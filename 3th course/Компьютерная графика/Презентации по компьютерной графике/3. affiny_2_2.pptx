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5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media/image2.gif" ContentType="image/gif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3904E28-BADF-45BF-B5F7-09574BB10C1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Преобразование плоскости называется </a:t>
            </a:r>
            <a:r>
              <a:rPr lang="ru-RU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аффинным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, если оно взаимно однозначно и образом любой прямой является прямая. Преобразование называется </a:t>
            </a:r>
            <a:r>
              <a:rPr lang="ru-RU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взаимно однозначным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, если оно разные точки переводит в разные, и в каждую точку переходит какая-то точка.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551108-050D-48BC-ABCB-E2B6F399D136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Однородные координаты неоднородного координатного вектора [х у] представляют собой тройку [</a:t>
            </a:r>
            <a:r>
              <a:rPr lang="ru-RU" sz="1200" b="0" i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x′ y′ h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]</a:t>
            </a:r>
            <a:r>
              <a:rPr lang="ru-RU" sz="1200" b="0" i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,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 где </a:t>
            </a:r>
            <a:r>
              <a:rPr lang="ru-RU" sz="1200" b="0" i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х = х′/h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, </a:t>
            </a:r>
            <a:r>
              <a:rPr lang="ru-RU" sz="1200" b="0" i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y = y′/h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, a </a:t>
            </a:r>
            <a:r>
              <a:rPr lang="ru-RU" sz="1200" b="0" i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h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 – некоторое вещественное число. Заметим, что случай </a:t>
            </a:r>
            <a:r>
              <a:rPr lang="ru-RU" sz="1200" b="0" i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h = 0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 является особым. 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5516DF-8F24-4110-A893-B1C38B33ACA9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5CE688-4BDB-4BF6-8A8C-94401A8CC2B8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4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5D1AAD-22BB-48F2-B36B-A0DC0F28AAC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4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E31B07-5E1D-4B86-AC1E-6A69AF0DA30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>
              <a:lnSpc>
                <a:spcPct val="100000"/>
              </a:lnSpc>
              <a:buNone/>
              <a:def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4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7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8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9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8B6F4F-1FB7-43F1-AFCA-77327669C9A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Объект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457200" indent="0" algn="l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marL="914400" indent="0" algn="l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marL="1371600" indent="0" algn="l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marL="1828800" indent="0" algn="l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indent="0" algn="l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indent="0" algn="l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indent="0" algn="l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10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11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12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8E4E1F-857F-4096-8D47-3122ED15AE9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4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13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14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5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59C33B-7DF8-40FE-A036-97196ADF1DAB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defRPr lang="ru-RU" sz="4000" b="1" u="none" strike="noStrike" cap="all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ru-RU" sz="4000" b="1" u="none" strike="noStrike" cap="all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4000" b="1" u="none" strike="noStrike" cap="all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16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17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9DC638-5670-42D7-89C0-240DE80799D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4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19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20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21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A5FDDF-F6B1-4B72-9545-53739AC460F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4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dt" idx="22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ftr" idx="23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8"/>
          <p:cNvSpPr>
            <a:spLocks noGrp="1"/>
          </p:cNvSpPr>
          <p:nvPr>
            <p:ph type="sldNum" idx="24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3EC8BD-7255-463B-8BB5-D928AA934EE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4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dt" idx="25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26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27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208C5C-2685-4049-8DE8-260893FA469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dt" idx="28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29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30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5CE6DE-725A-4578-8A45-B5D7590D80D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defRPr lang="ru-RU" sz="2000" b="1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ru-RU" sz="20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2000" b="1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31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 idx="32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 idx="3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120D0A-1070-4710-8F1F-C3E459698A6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defRPr lang="ru-RU" sz="2000" b="1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ru-RU" sz="20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lang="ru-RU" sz="2000" b="1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34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35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3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B75E9A-8592-424D-8B8A-EDF15BA11C3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/>
          <p:nvPr/>
        </p:nvSpPr>
        <p:spPr>
          <a:xfrm>
            <a:off x="1301760" y="260280"/>
            <a:ext cx="77720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2000"/>
            </a:b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Line 2"/>
          <p:cNvSpPr/>
          <p:nvPr/>
        </p:nvSpPr>
        <p:spPr>
          <a:xfrm flipV="1">
            <a:off x="6062760" y="1928880"/>
            <a:ext cx="36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Line 3"/>
          <p:cNvSpPr/>
          <p:nvPr/>
        </p:nvSpPr>
        <p:spPr>
          <a:xfrm>
            <a:off x="6062760" y="3944880"/>
            <a:ext cx="230508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ustomShape 4"/>
          <p:cNvSpPr/>
          <p:nvPr/>
        </p:nvSpPr>
        <p:spPr>
          <a:xfrm>
            <a:off x="8344080" y="39736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ustomShape 5"/>
          <p:cNvSpPr/>
          <p:nvPr/>
        </p:nvSpPr>
        <p:spPr>
          <a:xfrm>
            <a:off x="5683320" y="18050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Line 6"/>
          <p:cNvSpPr/>
          <p:nvPr/>
        </p:nvSpPr>
        <p:spPr>
          <a:xfrm>
            <a:off x="7215120" y="2649600"/>
            <a:ext cx="360" cy="12952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Line 7"/>
          <p:cNvSpPr/>
          <p:nvPr/>
        </p:nvSpPr>
        <p:spPr>
          <a:xfrm flipH="1">
            <a:off x="6062400" y="2649600"/>
            <a:ext cx="1152360" cy="36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ustomShape 8"/>
          <p:cNvSpPr/>
          <p:nvPr/>
        </p:nvSpPr>
        <p:spPr>
          <a:xfrm>
            <a:off x="7142040" y="2577960"/>
            <a:ext cx="14436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ustomShape 9"/>
          <p:cNvSpPr/>
          <p:nvPr/>
        </p:nvSpPr>
        <p:spPr>
          <a:xfrm>
            <a:off x="5783040" y="2443320"/>
            <a:ext cx="282240" cy="336960"/>
          </a:xfrm>
          <a:custGeom>
            <a:avLst/>
            <a:gdLst>
              <a:gd name="textAreaLeft" fmla="*/ 0 w 282240"/>
              <a:gd name="textAreaRight" fmla="*/ 282600 w 28224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ustomShape 10"/>
          <p:cNvSpPr/>
          <p:nvPr/>
        </p:nvSpPr>
        <p:spPr>
          <a:xfrm>
            <a:off x="7072200" y="3913200"/>
            <a:ext cx="282240" cy="336960"/>
          </a:xfrm>
          <a:custGeom>
            <a:avLst/>
            <a:gdLst>
              <a:gd name="textAreaLeft" fmla="*/ 0 w 282240"/>
              <a:gd name="textAreaRight" fmla="*/ 282600 w 28224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ustomShape 11"/>
          <p:cNvSpPr/>
          <p:nvPr/>
        </p:nvSpPr>
        <p:spPr>
          <a:xfrm>
            <a:off x="5776920" y="387360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12"/>
          <p:cNvSpPr/>
          <p:nvPr/>
        </p:nvSpPr>
        <p:spPr>
          <a:xfrm>
            <a:off x="7288200" y="236052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ustomShape 13"/>
          <p:cNvSpPr/>
          <p:nvPr/>
        </p:nvSpPr>
        <p:spPr>
          <a:xfrm>
            <a:off x="1027080" y="1663560"/>
            <a:ext cx="4179600" cy="2287800"/>
          </a:xfrm>
          <a:custGeom>
            <a:avLst/>
            <a:gdLst>
              <a:gd name="textAreaLeft" fmla="*/ 0 w 4179600"/>
              <a:gd name="textAreaRight" fmla="*/ 4179960 w 4179600"/>
              <a:gd name="textAreaTop" fmla="*/ 0 h 2287800"/>
              <a:gd name="textAreaBottom" fmla="*/ 2288160 h 2287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точка определяется координатным вектором: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вектор-столбец: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       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вектор строка: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" name="Group 14"/>
          <p:cNvGrpSpPr/>
          <p:nvPr/>
        </p:nvGrpSpPr>
        <p:grpSpPr>
          <a:xfrm>
            <a:off x="3393000" y="2562120"/>
            <a:ext cx="95040" cy="559080"/>
            <a:chOff x="3393000" y="2562120"/>
            <a:chExt cx="95040" cy="559080"/>
          </a:xfrm>
        </p:grpSpPr>
        <p:sp>
          <p:nvSpPr>
            <p:cNvPr id="121" name="Line 15"/>
            <p:cNvSpPr/>
            <p:nvPr/>
          </p:nvSpPr>
          <p:spPr>
            <a:xfrm>
              <a:off x="3487680" y="2562120"/>
              <a:ext cx="360" cy="55872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Line 16"/>
            <p:cNvSpPr/>
            <p:nvPr/>
          </p:nvSpPr>
          <p:spPr>
            <a:xfrm flipH="1">
              <a:off x="3393000" y="2562120"/>
              <a:ext cx="94680" cy="3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Line 17"/>
            <p:cNvSpPr/>
            <p:nvPr/>
          </p:nvSpPr>
          <p:spPr>
            <a:xfrm>
              <a:off x="3393360" y="3120840"/>
              <a:ext cx="94680" cy="3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Group 18"/>
          <p:cNvGrpSpPr/>
          <p:nvPr/>
        </p:nvGrpSpPr>
        <p:grpSpPr>
          <a:xfrm>
            <a:off x="3174840" y="2562120"/>
            <a:ext cx="96480" cy="559080"/>
            <a:chOff x="3174840" y="2562120"/>
            <a:chExt cx="96480" cy="559080"/>
          </a:xfrm>
        </p:grpSpPr>
        <p:sp>
          <p:nvSpPr>
            <p:cNvPr id="125" name="Line 19"/>
            <p:cNvSpPr/>
            <p:nvPr/>
          </p:nvSpPr>
          <p:spPr>
            <a:xfrm>
              <a:off x="3174840" y="2562120"/>
              <a:ext cx="360" cy="55872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Line 20"/>
            <p:cNvSpPr/>
            <p:nvPr/>
          </p:nvSpPr>
          <p:spPr>
            <a:xfrm>
              <a:off x="3174840" y="2562120"/>
              <a:ext cx="96480" cy="3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Line 21"/>
            <p:cNvSpPr/>
            <p:nvPr/>
          </p:nvSpPr>
          <p:spPr>
            <a:xfrm flipH="1">
              <a:off x="3174840" y="3120840"/>
              <a:ext cx="96480" cy="3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CustomShape 22"/>
          <p:cNvSpPr/>
          <p:nvPr/>
        </p:nvSpPr>
        <p:spPr>
          <a:xfrm>
            <a:off x="1017720" y="4280040"/>
            <a:ext cx="3117240" cy="641880"/>
          </a:xfrm>
          <a:custGeom>
            <a:avLst/>
            <a:gdLst>
              <a:gd name="textAreaLeft" fmla="*/ 0 w 3117240"/>
              <a:gd name="textAreaRight" fmla="*/ 3117600 w 3117240"/>
              <a:gd name="textAreaTop" fmla="*/ 0 h 641880"/>
              <a:gd name="textAreaBottom" fmla="*/ 642240 h 641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Матрица общего преобразования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ustomShape 23"/>
          <p:cNvSpPr/>
          <p:nvPr/>
        </p:nvSpPr>
        <p:spPr>
          <a:xfrm>
            <a:off x="2400480" y="5156280"/>
            <a:ext cx="6347520" cy="371160"/>
          </a:xfrm>
          <a:custGeom>
            <a:avLst/>
            <a:gdLst>
              <a:gd name="textAreaLeft" fmla="*/ 0 w 6347520"/>
              <a:gd name="textAreaRight" fmla="*/ 6347880 w 634752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PM = [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y ]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 (a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x+c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y) (b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x+d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y) ] = [ x’ y’ 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0" name="Group 24"/>
          <p:cNvGrpSpPr/>
          <p:nvPr/>
        </p:nvGrpSpPr>
        <p:grpSpPr>
          <a:xfrm>
            <a:off x="4267080" y="5038560"/>
            <a:ext cx="583920" cy="641880"/>
            <a:chOff x="4267080" y="5038560"/>
            <a:chExt cx="583920" cy="641880"/>
          </a:xfrm>
        </p:grpSpPr>
        <p:sp>
          <p:nvSpPr>
            <p:cNvPr id="131" name="CustomShape 25"/>
            <p:cNvSpPr/>
            <p:nvPr/>
          </p:nvSpPr>
          <p:spPr>
            <a:xfrm>
              <a:off x="4267080" y="5038560"/>
              <a:ext cx="58392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a  b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c  d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2" name="Group 26"/>
            <p:cNvGrpSpPr/>
            <p:nvPr/>
          </p:nvGrpSpPr>
          <p:grpSpPr>
            <a:xfrm>
              <a:off x="4738680" y="5101920"/>
              <a:ext cx="70200" cy="558720"/>
              <a:chOff x="4738680" y="5101920"/>
              <a:chExt cx="70200" cy="558720"/>
            </a:xfrm>
          </p:grpSpPr>
          <p:sp>
            <p:nvSpPr>
              <p:cNvPr id="133" name="Line 27"/>
              <p:cNvSpPr/>
              <p:nvPr/>
            </p:nvSpPr>
            <p:spPr>
              <a:xfrm>
                <a:off x="4808520" y="5101920"/>
                <a:ext cx="36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Line 28"/>
              <p:cNvSpPr/>
              <p:nvPr/>
            </p:nvSpPr>
            <p:spPr>
              <a:xfrm flipH="1">
                <a:off x="4738680" y="5101920"/>
                <a:ext cx="6984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Line 29"/>
              <p:cNvSpPr/>
              <p:nvPr/>
            </p:nvSpPr>
            <p:spPr>
              <a:xfrm>
                <a:off x="4738680" y="5660280"/>
                <a:ext cx="6984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" name="Group 30"/>
            <p:cNvGrpSpPr/>
            <p:nvPr/>
          </p:nvGrpSpPr>
          <p:grpSpPr>
            <a:xfrm>
              <a:off x="4292640" y="5101920"/>
              <a:ext cx="71280" cy="558720"/>
              <a:chOff x="4292640" y="5101920"/>
              <a:chExt cx="71280" cy="558720"/>
            </a:xfrm>
          </p:grpSpPr>
          <p:sp>
            <p:nvSpPr>
              <p:cNvPr id="137" name="Line 31"/>
              <p:cNvSpPr/>
              <p:nvPr/>
            </p:nvSpPr>
            <p:spPr>
              <a:xfrm>
                <a:off x="4292640" y="5101920"/>
                <a:ext cx="36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Line 32"/>
              <p:cNvSpPr/>
              <p:nvPr/>
            </p:nvSpPr>
            <p:spPr>
              <a:xfrm>
                <a:off x="4292640" y="5101920"/>
                <a:ext cx="71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Line 33"/>
              <p:cNvSpPr/>
              <p:nvPr/>
            </p:nvSpPr>
            <p:spPr>
              <a:xfrm flipH="1">
                <a:off x="4292640" y="5660280"/>
                <a:ext cx="71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0" name="Group 34"/>
          <p:cNvGrpSpPr/>
          <p:nvPr/>
        </p:nvGrpSpPr>
        <p:grpSpPr>
          <a:xfrm>
            <a:off x="3098880" y="4238640"/>
            <a:ext cx="583920" cy="641880"/>
            <a:chOff x="3098880" y="4238640"/>
            <a:chExt cx="583920" cy="641880"/>
          </a:xfrm>
        </p:grpSpPr>
        <p:sp>
          <p:nvSpPr>
            <p:cNvPr id="141" name="CustomShape 35"/>
            <p:cNvSpPr/>
            <p:nvPr/>
          </p:nvSpPr>
          <p:spPr>
            <a:xfrm>
              <a:off x="3098880" y="4238640"/>
              <a:ext cx="58392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a  b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c  d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2" name="Group 36"/>
            <p:cNvGrpSpPr/>
            <p:nvPr/>
          </p:nvGrpSpPr>
          <p:grpSpPr>
            <a:xfrm>
              <a:off x="3570480" y="4302000"/>
              <a:ext cx="70200" cy="558720"/>
              <a:chOff x="3570480" y="4302000"/>
              <a:chExt cx="70200" cy="558720"/>
            </a:xfrm>
          </p:grpSpPr>
          <p:sp>
            <p:nvSpPr>
              <p:cNvPr id="143" name="Line 37"/>
              <p:cNvSpPr/>
              <p:nvPr/>
            </p:nvSpPr>
            <p:spPr>
              <a:xfrm>
                <a:off x="3640320" y="4302000"/>
                <a:ext cx="36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Line 38"/>
              <p:cNvSpPr/>
              <p:nvPr/>
            </p:nvSpPr>
            <p:spPr>
              <a:xfrm flipH="1">
                <a:off x="3570480" y="4302000"/>
                <a:ext cx="6984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Line 39"/>
              <p:cNvSpPr/>
              <p:nvPr/>
            </p:nvSpPr>
            <p:spPr>
              <a:xfrm>
                <a:off x="3570480" y="4860360"/>
                <a:ext cx="6984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6" name="Group 40"/>
            <p:cNvGrpSpPr/>
            <p:nvPr/>
          </p:nvGrpSpPr>
          <p:grpSpPr>
            <a:xfrm>
              <a:off x="3124440" y="4302000"/>
              <a:ext cx="71280" cy="558720"/>
              <a:chOff x="3124440" y="4302000"/>
              <a:chExt cx="71280" cy="558720"/>
            </a:xfrm>
          </p:grpSpPr>
          <p:sp>
            <p:nvSpPr>
              <p:cNvPr id="147" name="Line 41"/>
              <p:cNvSpPr/>
              <p:nvPr/>
            </p:nvSpPr>
            <p:spPr>
              <a:xfrm>
                <a:off x="3124440" y="4302000"/>
                <a:ext cx="36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Line 42"/>
              <p:cNvSpPr/>
              <p:nvPr/>
            </p:nvSpPr>
            <p:spPr>
              <a:xfrm>
                <a:off x="3124440" y="4302000"/>
                <a:ext cx="71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Line 43"/>
              <p:cNvSpPr/>
              <p:nvPr/>
            </p:nvSpPr>
            <p:spPr>
              <a:xfrm flipH="1">
                <a:off x="3124440" y="4860360"/>
                <a:ext cx="71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0" name="Line 44"/>
          <p:cNvSpPr/>
          <p:nvPr/>
        </p:nvSpPr>
        <p:spPr>
          <a:xfrm>
            <a:off x="939960" y="4178160"/>
            <a:ext cx="454644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ustomShape 45"/>
          <p:cNvSpPr/>
          <p:nvPr/>
        </p:nvSpPr>
        <p:spPr>
          <a:xfrm>
            <a:off x="4229280" y="5880240"/>
            <a:ext cx="1574280" cy="641880"/>
          </a:xfrm>
          <a:custGeom>
            <a:avLst/>
            <a:gdLst>
              <a:gd name="textAreaLeft" fmla="*/ 0 w 1574280"/>
              <a:gd name="textAreaRight" fmla="*/ 1574640 w 1574280"/>
              <a:gd name="textAreaTop" fmla="*/ 0 h 641880"/>
              <a:gd name="textAreaBottom" fmla="*/ 642240 h 641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ax+cy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y’ = bx+dy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/>
          <p:nvPr/>
        </p:nvSpPr>
        <p:spPr>
          <a:xfrm>
            <a:off x="819000" y="-114480"/>
            <a:ext cx="822924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spcBef>
                <a:spcPts val="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Group 2"/>
          <p:cNvGrpSpPr/>
          <p:nvPr/>
        </p:nvGrpSpPr>
        <p:grpSpPr>
          <a:xfrm>
            <a:off x="6464160" y="1773360"/>
            <a:ext cx="888840" cy="663480"/>
            <a:chOff x="6464160" y="1773360"/>
            <a:chExt cx="888840" cy="663480"/>
          </a:xfrm>
        </p:grpSpPr>
        <p:sp>
          <p:nvSpPr>
            <p:cNvPr id="154" name="CustomShape 3"/>
            <p:cNvSpPr/>
            <p:nvPr/>
          </p:nvSpPr>
          <p:spPr>
            <a:xfrm>
              <a:off x="6464160" y="1775160"/>
              <a:ext cx="88884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1   0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0   1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5" name="Group 4"/>
            <p:cNvGrpSpPr/>
            <p:nvPr/>
          </p:nvGrpSpPr>
          <p:grpSpPr>
            <a:xfrm>
              <a:off x="7182360" y="1773360"/>
              <a:ext cx="105120" cy="663480"/>
              <a:chOff x="7182360" y="1773360"/>
              <a:chExt cx="105120" cy="663480"/>
            </a:xfrm>
          </p:grpSpPr>
          <p:sp>
            <p:nvSpPr>
              <p:cNvPr id="156" name="Line 5"/>
              <p:cNvSpPr/>
              <p:nvPr/>
            </p:nvSpPr>
            <p:spPr>
              <a:xfrm>
                <a:off x="7287120" y="177336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Line 6"/>
              <p:cNvSpPr/>
              <p:nvPr/>
            </p:nvSpPr>
            <p:spPr>
              <a:xfrm flipH="1">
                <a:off x="7182360" y="1773360"/>
                <a:ext cx="104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Line 7"/>
              <p:cNvSpPr/>
              <p:nvPr/>
            </p:nvSpPr>
            <p:spPr>
              <a:xfrm>
                <a:off x="7182720" y="2436480"/>
                <a:ext cx="104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9" name="Group 8"/>
            <p:cNvGrpSpPr/>
            <p:nvPr/>
          </p:nvGrpSpPr>
          <p:grpSpPr>
            <a:xfrm>
              <a:off x="6501600" y="1773360"/>
              <a:ext cx="109440" cy="663480"/>
              <a:chOff x="6501600" y="1773360"/>
              <a:chExt cx="109440" cy="663480"/>
            </a:xfrm>
          </p:grpSpPr>
          <p:sp>
            <p:nvSpPr>
              <p:cNvPr id="160" name="Line 9"/>
              <p:cNvSpPr/>
              <p:nvPr/>
            </p:nvSpPr>
            <p:spPr>
              <a:xfrm>
                <a:off x="6501960" y="177336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Line 10"/>
              <p:cNvSpPr/>
              <p:nvPr/>
            </p:nvSpPr>
            <p:spPr>
              <a:xfrm>
                <a:off x="6501960" y="1773360"/>
                <a:ext cx="1090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Line 11"/>
              <p:cNvSpPr/>
              <p:nvPr/>
            </p:nvSpPr>
            <p:spPr>
              <a:xfrm flipH="1">
                <a:off x="6501600" y="2436480"/>
                <a:ext cx="1090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3" name="CustomShape 12"/>
          <p:cNvSpPr/>
          <p:nvPr/>
        </p:nvSpPr>
        <p:spPr>
          <a:xfrm>
            <a:off x="3851280" y="1065240"/>
            <a:ext cx="2368080" cy="367560"/>
          </a:xfrm>
          <a:custGeom>
            <a:avLst/>
            <a:gdLst>
              <a:gd name="textAreaLeft" fmla="*/ 0 w 2368080"/>
              <a:gd name="textAreaRight" fmla="*/ 2368440 w 236808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Единичная матрица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ustomShape 13"/>
          <p:cNvSpPr/>
          <p:nvPr/>
        </p:nvSpPr>
        <p:spPr>
          <a:xfrm>
            <a:off x="2654280" y="4508640"/>
            <a:ext cx="2107800" cy="367560"/>
          </a:xfrm>
          <a:custGeom>
            <a:avLst/>
            <a:gdLst>
              <a:gd name="textAreaLeft" fmla="*/ 0 w 2107800"/>
              <a:gd name="textAreaRight" fmla="*/ 2108160 w 21078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800" b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 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ustomShape 14"/>
          <p:cNvSpPr/>
          <p:nvPr/>
        </p:nvSpPr>
        <p:spPr>
          <a:xfrm>
            <a:off x="4206960" y="3249720"/>
            <a:ext cx="1809360" cy="367560"/>
          </a:xfrm>
          <a:custGeom>
            <a:avLst/>
            <a:gdLst>
              <a:gd name="textAreaLeft" fmla="*/ 0 w 1809360"/>
              <a:gd name="textAreaRight" fmla="*/ 1809720 w 18093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Прямая задача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CustomShape 15"/>
          <p:cNvSpPr/>
          <p:nvPr/>
        </p:nvSpPr>
        <p:spPr>
          <a:xfrm>
            <a:off x="4206960" y="3960720"/>
            <a:ext cx="2114280" cy="367560"/>
          </a:xfrm>
          <a:custGeom>
            <a:avLst/>
            <a:gdLst>
              <a:gd name="textAreaLeft" fmla="*/ 0 w 2114280"/>
              <a:gd name="textAreaRight" fmla="*/ 2114640 w 211428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Обратная задача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ustomShape 16"/>
          <p:cNvSpPr/>
          <p:nvPr/>
        </p:nvSpPr>
        <p:spPr>
          <a:xfrm>
            <a:off x="2666880" y="3251160"/>
            <a:ext cx="1320480" cy="367560"/>
          </a:xfrm>
          <a:custGeom>
            <a:avLst/>
            <a:gdLst>
              <a:gd name="textAreaLeft" fmla="*/ 0 w 1320480"/>
              <a:gd name="textAreaRight" fmla="*/ 1320840 w 132048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PM = P’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CustomShape 17"/>
          <p:cNvSpPr/>
          <p:nvPr/>
        </p:nvSpPr>
        <p:spPr>
          <a:xfrm>
            <a:off x="2654280" y="3975120"/>
            <a:ext cx="2107800" cy="367560"/>
          </a:xfrm>
          <a:custGeom>
            <a:avLst/>
            <a:gdLst>
              <a:gd name="textAreaLeft" fmla="*/ 0 w 2107800"/>
              <a:gd name="textAreaRight" fmla="*/ 2108160 w 21078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P’M</a:t>
            </a:r>
            <a:r>
              <a:rPr lang="en-US" sz="1800" b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 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ustomShape 18"/>
          <p:cNvSpPr/>
          <p:nvPr/>
        </p:nvSpPr>
        <p:spPr>
          <a:xfrm>
            <a:off x="4206960" y="4532400"/>
            <a:ext cx="3409560" cy="367560"/>
          </a:xfrm>
          <a:custGeom>
            <a:avLst/>
            <a:gdLst>
              <a:gd name="textAreaLeft" fmla="*/ 0 w 3409560"/>
              <a:gd name="textAreaRight" fmla="*/ 3409920 w 3409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Поглощение преобразования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ustomShape 19"/>
          <p:cNvSpPr/>
          <p:nvPr/>
        </p:nvSpPr>
        <p:spPr>
          <a:xfrm>
            <a:off x="2220840" y="1752480"/>
            <a:ext cx="1131480" cy="946800"/>
          </a:xfrm>
          <a:custGeom>
            <a:avLst/>
            <a:gdLst>
              <a:gd name="textAreaLeft" fmla="*/ 0 w 1131480"/>
              <a:gd name="textAreaRight" fmla="*/ 1131840 w 1131480"/>
              <a:gd name="textAreaTop" fmla="*/ 0 h 946800"/>
              <a:gd name="textAreaBottom" fmla="*/ 947160 h 946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 b = 0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= d =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1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ustomShape 20"/>
          <p:cNvSpPr/>
          <p:nvPr/>
        </p:nvSpPr>
        <p:spPr>
          <a:xfrm>
            <a:off x="3897360" y="1727280"/>
            <a:ext cx="2045880" cy="672480"/>
          </a:xfrm>
          <a:custGeom>
            <a:avLst/>
            <a:gdLst>
              <a:gd name="textAreaLeft" fmla="*/ 0 w 2045880"/>
              <a:gd name="textAreaRight" fmla="*/ 2046240 w 204588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 1x+0y = x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y‘ = 0x+1y =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y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/>
          <p:nvPr/>
        </p:nvSpPr>
        <p:spPr>
          <a:xfrm>
            <a:off x="819000" y="-114480"/>
            <a:ext cx="822924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spcBef>
                <a:spcPts val="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Масштабирование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Line 2"/>
          <p:cNvSpPr/>
          <p:nvPr/>
        </p:nvSpPr>
        <p:spPr>
          <a:xfrm flipV="1">
            <a:off x="5948280" y="1149120"/>
            <a:ext cx="360" cy="178776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Line 3"/>
          <p:cNvSpPr/>
          <p:nvPr/>
        </p:nvSpPr>
        <p:spPr>
          <a:xfrm>
            <a:off x="5948280" y="2936880"/>
            <a:ext cx="230508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ustomShape 4"/>
          <p:cNvSpPr/>
          <p:nvPr/>
        </p:nvSpPr>
        <p:spPr>
          <a:xfrm>
            <a:off x="8204400" y="288900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CustomShape 5"/>
          <p:cNvSpPr/>
          <p:nvPr/>
        </p:nvSpPr>
        <p:spPr>
          <a:xfrm>
            <a:off x="5467680" y="107640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Line 6"/>
          <p:cNvSpPr/>
          <p:nvPr/>
        </p:nvSpPr>
        <p:spPr>
          <a:xfrm>
            <a:off x="7101000" y="1641240"/>
            <a:ext cx="360" cy="129564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Line 7"/>
          <p:cNvSpPr/>
          <p:nvPr/>
        </p:nvSpPr>
        <p:spPr>
          <a:xfrm flipH="1">
            <a:off x="5948280" y="1641240"/>
            <a:ext cx="1152720" cy="36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ustomShape 8"/>
          <p:cNvSpPr/>
          <p:nvPr/>
        </p:nvSpPr>
        <p:spPr>
          <a:xfrm>
            <a:off x="7027920" y="1569960"/>
            <a:ext cx="144000" cy="1440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ustomShape 9"/>
          <p:cNvSpPr/>
          <p:nvPr/>
        </p:nvSpPr>
        <p:spPr>
          <a:xfrm>
            <a:off x="5668560" y="1460520"/>
            <a:ext cx="282240" cy="336960"/>
          </a:xfrm>
          <a:custGeom>
            <a:avLst/>
            <a:gdLst>
              <a:gd name="textAreaLeft" fmla="*/ 0 w 282240"/>
              <a:gd name="textAreaRight" fmla="*/ 282600 w 28224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ustomShape 10"/>
          <p:cNvSpPr/>
          <p:nvPr/>
        </p:nvSpPr>
        <p:spPr>
          <a:xfrm>
            <a:off x="6970320" y="2917800"/>
            <a:ext cx="282240" cy="336960"/>
          </a:xfrm>
          <a:custGeom>
            <a:avLst/>
            <a:gdLst>
              <a:gd name="textAreaLeft" fmla="*/ 0 w 282240"/>
              <a:gd name="textAreaRight" fmla="*/ 282600 w 28224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stomShape 11"/>
          <p:cNvSpPr/>
          <p:nvPr/>
        </p:nvSpPr>
        <p:spPr>
          <a:xfrm>
            <a:off x="5662440" y="286524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CustomShape 12"/>
          <p:cNvSpPr/>
          <p:nvPr/>
        </p:nvSpPr>
        <p:spPr>
          <a:xfrm>
            <a:off x="7173720" y="135252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CustomShape 13"/>
          <p:cNvSpPr/>
          <p:nvPr/>
        </p:nvSpPr>
        <p:spPr>
          <a:xfrm>
            <a:off x="2704320" y="1830600"/>
            <a:ext cx="1563120" cy="916200"/>
          </a:xfrm>
          <a:custGeom>
            <a:avLst/>
            <a:gdLst>
              <a:gd name="textAreaLeft" fmla="*/ 0 w 1563120"/>
              <a:gd name="textAreaRight" fmla="*/ 1563480 w 1563120"/>
              <a:gd name="textAreaTop" fmla="*/ 0 h 916200"/>
              <a:gd name="textAreaBottom" fmla="*/ 916560 h 916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 a * 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y’ = d * 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5" name="Group 14"/>
          <p:cNvGrpSpPr/>
          <p:nvPr/>
        </p:nvGrpSpPr>
        <p:grpSpPr>
          <a:xfrm>
            <a:off x="6472080" y="5473800"/>
            <a:ext cx="964800" cy="663480"/>
            <a:chOff x="6472080" y="5473800"/>
            <a:chExt cx="964800" cy="663480"/>
          </a:xfrm>
        </p:grpSpPr>
        <p:sp>
          <p:nvSpPr>
            <p:cNvPr id="186" name="CustomShape 15"/>
            <p:cNvSpPr/>
            <p:nvPr/>
          </p:nvSpPr>
          <p:spPr>
            <a:xfrm>
              <a:off x="6472080" y="5475960"/>
              <a:ext cx="96480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Sx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Sy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7" name="Group 16"/>
            <p:cNvGrpSpPr/>
            <p:nvPr/>
          </p:nvGrpSpPr>
          <p:grpSpPr>
            <a:xfrm>
              <a:off x="7251120" y="5473800"/>
              <a:ext cx="114120" cy="663480"/>
              <a:chOff x="7251120" y="5473800"/>
              <a:chExt cx="114120" cy="663480"/>
            </a:xfrm>
          </p:grpSpPr>
          <p:sp>
            <p:nvSpPr>
              <p:cNvPr id="188" name="Line 17"/>
              <p:cNvSpPr/>
              <p:nvPr/>
            </p:nvSpPr>
            <p:spPr>
              <a:xfrm>
                <a:off x="7364880" y="547380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Line 18"/>
              <p:cNvSpPr/>
              <p:nvPr/>
            </p:nvSpPr>
            <p:spPr>
              <a:xfrm flipH="1">
                <a:off x="7251120" y="5473800"/>
                <a:ext cx="113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Line 19"/>
              <p:cNvSpPr/>
              <p:nvPr/>
            </p:nvSpPr>
            <p:spPr>
              <a:xfrm>
                <a:off x="7251120" y="6136920"/>
                <a:ext cx="113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1" name="Group 20"/>
            <p:cNvGrpSpPr/>
            <p:nvPr/>
          </p:nvGrpSpPr>
          <p:grpSpPr>
            <a:xfrm>
              <a:off x="6512760" y="5473800"/>
              <a:ext cx="118800" cy="663480"/>
              <a:chOff x="6512760" y="5473800"/>
              <a:chExt cx="118800" cy="663480"/>
            </a:xfrm>
          </p:grpSpPr>
          <p:sp>
            <p:nvSpPr>
              <p:cNvPr id="192" name="Line 21"/>
              <p:cNvSpPr/>
              <p:nvPr/>
            </p:nvSpPr>
            <p:spPr>
              <a:xfrm>
                <a:off x="6512760" y="547380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Line 22"/>
              <p:cNvSpPr/>
              <p:nvPr/>
            </p:nvSpPr>
            <p:spPr>
              <a:xfrm>
                <a:off x="6512760" y="5473800"/>
                <a:ext cx="118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Line 23"/>
              <p:cNvSpPr/>
              <p:nvPr/>
            </p:nvSpPr>
            <p:spPr>
              <a:xfrm flipH="1">
                <a:off x="6512760" y="6136920"/>
                <a:ext cx="118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5" name="CustomShape 24"/>
          <p:cNvSpPr/>
          <p:nvPr/>
        </p:nvSpPr>
        <p:spPr>
          <a:xfrm>
            <a:off x="1331640" y="3791880"/>
            <a:ext cx="7416360" cy="367560"/>
          </a:xfrm>
          <a:custGeom>
            <a:avLst/>
            <a:gdLst>
              <a:gd name="textAreaLeft" fmla="*/ 0 w 7416360"/>
              <a:gd name="textAreaRight" fmla="*/ 7416720 w 74163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PS = [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y ]   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 (a*x+0*y) (0*x+d*y) ] = [ x’ y’ 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6" name="Group 25"/>
          <p:cNvGrpSpPr/>
          <p:nvPr/>
        </p:nvGrpSpPr>
        <p:grpSpPr>
          <a:xfrm>
            <a:off x="3109680" y="3646800"/>
            <a:ext cx="964800" cy="663480"/>
            <a:chOff x="3109680" y="3646800"/>
            <a:chExt cx="964800" cy="663480"/>
          </a:xfrm>
        </p:grpSpPr>
        <p:sp>
          <p:nvSpPr>
            <p:cNvPr id="197" name="CustomShape 26"/>
            <p:cNvSpPr/>
            <p:nvPr/>
          </p:nvSpPr>
          <p:spPr>
            <a:xfrm>
              <a:off x="3109680" y="3648960"/>
              <a:ext cx="96480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a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d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oup 27"/>
            <p:cNvGrpSpPr/>
            <p:nvPr/>
          </p:nvGrpSpPr>
          <p:grpSpPr>
            <a:xfrm>
              <a:off x="3889080" y="3646800"/>
              <a:ext cx="114120" cy="663480"/>
              <a:chOff x="3889080" y="3646800"/>
              <a:chExt cx="114120" cy="663480"/>
            </a:xfrm>
          </p:grpSpPr>
          <p:sp>
            <p:nvSpPr>
              <p:cNvPr id="199" name="Line 28"/>
              <p:cNvSpPr/>
              <p:nvPr/>
            </p:nvSpPr>
            <p:spPr>
              <a:xfrm>
                <a:off x="4002840" y="364680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Line 29"/>
              <p:cNvSpPr/>
              <p:nvPr/>
            </p:nvSpPr>
            <p:spPr>
              <a:xfrm flipH="1">
                <a:off x="3889080" y="3646800"/>
                <a:ext cx="113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Line 30"/>
              <p:cNvSpPr/>
              <p:nvPr/>
            </p:nvSpPr>
            <p:spPr>
              <a:xfrm>
                <a:off x="3889080" y="4309920"/>
                <a:ext cx="113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2" name="Group 31"/>
            <p:cNvGrpSpPr/>
            <p:nvPr/>
          </p:nvGrpSpPr>
          <p:grpSpPr>
            <a:xfrm>
              <a:off x="3150720" y="3646800"/>
              <a:ext cx="118800" cy="663480"/>
              <a:chOff x="3150720" y="3646800"/>
              <a:chExt cx="118800" cy="663480"/>
            </a:xfrm>
          </p:grpSpPr>
          <p:sp>
            <p:nvSpPr>
              <p:cNvPr id="203" name="Line 32"/>
              <p:cNvSpPr/>
              <p:nvPr/>
            </p:nvSpPr>
            <p:spPr>
              <a:xfrm>
                <a:off x="3150720" y="364680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Line 33"/>
              <p:cNvSpPr/>
              <p:nvPr/>
            </p:nvSpPr>
            <p:spPr>
              <a:xfrm>
                <a:off x="3150720" y="3646800"/>
                <a:ext cx="118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Line 34"/>
              <p:cNvSpPr/>
              <p:nvPr/>
            </p:nvSpPr>
            <p:spPr>
              <a:xfrm flipH="1">
                <a:off x="3150720" y="4309920"/>
                <a:ext cx="118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6" name="Line 35"/>
          <p:cNvSpPr/>
          <p:nvPr/>
        </p:nvSpPr>
        <p:spPr>
          <a:xfrm>
            <a:off x="6593040" y="2530440"/>
            <a:ext cx="360" cy="3808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Line 36"/>
          <p:cNvSpPr/>
          <p:nvPr/>
        </p:nvSpPr>
        <p:spPr>
          <a:xfrm flipH="1">
            <a:off x="5947920" y="2530440"/>
            <a:ext cx="644760" cy="36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CustomShape 37"/>
          <p:cNvSpPr/>
          <p:nvPr/>
        </p:nvSpPr>
        <p:spPr>
          <a:xfrm>
            <a:off x="6519960" y="2458800"/>
            <a:ext cx="14400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CustomShape 38"/>
          <p:cNvSpPr/>
          <p:nvPr/>
        </p:nvSpPr>
        <p:spPr>
          <a:xfrm>
            <a:off x="5656320" y="2324160"/>
            <a:ext cx="339120" cy="336960"/>
          </a:xfrm>
          <a:custGeom>
            <a:avLst/>
            <a:gdLst>
              <a:gd name="textAreaLeft" fmla="*/ 0 w 339120"/>
              <a:gd name="textAreaRight" fmla="*/ 339480 w 33912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’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CustomShape 39"/>
          <p:cNvSpPr/>
          <p:nvPr/>
        </p:nvSpPr>
        <p:spPr>
          <a:xfrm>
            <a:off x="6462000" y="2917800"/>
            <a:ext cx="333000" cy="336960"/>
          </a:xfrm>
          <a:custGeom>
            <a:avLst/>
            <a:gdLst>
              <a:gd name="textAreaLeft" fmla="*/ 0 w 333000"/>
              <a:gd name="textAreaRight" fmla="*/ 333360 w 33300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’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CustomShape 40"/>
          <p:cNvSpPr/>
          <p:nvPr/>
        </p:nvSpPr>
        <p:spPr>
          <a:xfrm>
            <a:off x="6665400" y="2241360"/>
            <a:ext cx="384480" cy="367920"/>
          </a:xfrm>
          <a:custGeom>
            <a:avLst/>
            <a:gdLst>
              <a:gd name="textAreaLeft" fmla="*/ 0 w 384480"/>
              <a:gd name="textAreaRight" fmla="*/ 384840 w 38448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CustomShape 41"/>
          <p:cNvSpPr/>
          <p:nvPr/>
        </p:nvSpPr>
        <p:spPr>
          <a:xfrm>
            <a:off x="1564560" y="5656320"/>
            <a:ext cx="3282480" cy="367560"/>
          </a:xfrm>
          <a:custGeom>
            <a:avLst/>
            <a:gdLst>
              <a:gd name="textAreaLeft" fmla="*/ 0 w 3282480"/>
              <a:gd name="textAreaRight" fmla="*/ 3282840 w 328248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Матрица масштабирования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CustomShape 42"/>
          <p:cNvSpPr/>
          <p:nvPr/>
        </p:nvSpPr>
        <p:spPr>
          <a:xfrm>
            <a:off x="5821920" y="5655240"/>
            <a:ext cx="531000" cy="367920"/>
          </a:xfrm>
          <a:custGeom>
            <a:avLst/>
            <a:gdLst>
              <a:gd name="textAreaLeft" fmla="*/ 0 w 531000"/>
              <a:gd name="textAreaRight" fmla="*/ 531360 w 53100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 =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CustomShape 43"/>
          <p:cNvSpPr/>
          <p:nvPr/>
        </p:nvSpPr>
        <p:spPr>
          <a:xfrm>
            <a:off x="1205280" y="4437000"/>
            <a:ext cx="3366720" cy="672480"/>
          </a:xfrm>
          <a:custGeom>
            <a:avLst/>
            <a:gdLst>
              <a:gd name="textAreaLeft" fmla="*/ 0 w 3366720"/>
              <a:gd name="textAreaRight" fmla="*/ 3367080 w 336672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с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 b = 0    a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d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Line 2"/>
          <p:cNvSpPr/>
          <p:nvPr/>
        </p:nvSpPr>
        <p:spPr>
          <a:xfrm>
            <a:off x="5715000" y="3213000"/>
            <a:ext cx="2641320" cy="360"/>
          </a:xfrm>
          <a:prstGeom prst="line">
            <a:avLst/>
          </a:prstGeom>
          <a:ln w="25400">
            <a:solidFill>
              <a:srgbClr val="00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Line 3"/>
          <p:cNvSpPr/>
          <p:nvPr/>
        </p:nvSpPr>
        <p:spPr>
          <a:xfrm flipV="1">
            <a:off x="6172200" y="1079280"/>
            <a:ext cx="360" cy="2565360"/>
          </a:xfrm>
          <a:prstGeom prst="line">
            <a:avLst/>
          </a:prstGeom>
          <a:ln w="25400">
            <a:solidFill>
              <a:srgbClr val="00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7" name="Group 4"/>
          <p:cNvGrpSpPr/>
          <p:nvPr/>
        </p:nvGrpSpPr>
        <p:grpSpPr>
          <a:xfrm>
            <a:off x="7162920" y="1308240"/>
            <a:ext cx="990360" cy="913680"/>
            <a:chOff x="7162920" y="1308240"/>
            <a:chExt cx="990360" cy="913680"/>
          </a:xfrm>
        </p:grpSpPr>
        <p:sp>
          <p:nvSpPr>
            <p:cNvPr id="218" name="Rectangle 5"/>
            <p:cNvSpPr/>
            <p:nvPr/>
          </p:nvSpPr>
          <p:spPr>
            <a:xfrm>
              <a:off x="7162920" y="1612800"/>
              <a:ext cx="990360" cy="6091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AutoShape 6"/>
            <p:cNvSpPr/>
            <p:nvPr/>
          </p:nvSpPr>
          <p:spPr>
            <a:xfrm>
              <a:off x="7162920" y="1308240"/>
              <a:ext cx="990360" cy="30456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0" name="Group 7"/>
          <p:cNvGrpSpPr/>
          <p:nvPr/>
        </p:nvGrpSpPr>
        <p:grpSpPr>
          <a:xfrm>
            <a:off x="6629400" y="2222640"/>
            <a:ext cx="533160" cy="456840"/>
            <a:chOff x="6629400" y="2222640"/>
            <a:chExt cx="533160" cy="456840"/>
          </a:xfrm>
        </p:grpSpPr>
        <p:sp>
          <p:nvSpPr>
            <p:cNvPr id="221" name="Rectangle 8"/>
            <p:cNvSpPr/>
            <p:nvPr/>
          </p:nvSpPr>
          <p:spPr>
            <a:xfrm>
              <a:off x="6629400" y="2374920"/>
              <a:ext cx="533160" cy="30456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AutoShape 9"/>
            <p:cNvSpPr/>
            <p:nvPr/>
          </p:nvSpPr>
          <p:spPr>
            <a:xfrm>
              <a:off x="6629400" y="2222640"/>
              <a:ext cx="533160" cy="15192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1320" rIns="90000" bIns="31320" anchor="ctr">
              <a:noAutofit/>
            </a:bodyPr>
            <a:p>
              <a:endPara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3" name="Text Box 10"/>
          <p:cNvSpPr/>
          <p:nvPr/>
        </p:nvSpPr>
        <p:spPr>
          <a:xfrm>
            <a:off x="1633680" y="1611360"/>
            <a:ext cx="11268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Sx = 0.5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Sy = 0.5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20"/>
          <p:cNvSpPr/>
          <p:nvPr/>
        </p:nvSpPr>
        <p:spPr>
          <a:xfrm>
            <a:off x="914400" y="-19044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Двумерные геометрические (аффинные) преобразования</a:t>
            </a:r>
            <a:br>
              <a:rPr sz="2000"/>
            </a:b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</a:rPr>
              <a:t>Масштабирование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Box 21"/>
          <p:cNvSpPr/>
          <p:nvPr/>
        </p:nvSpPr>
        <p:spPr>
          <a:xfrm>
            <a:off x="8405640" y="3313080"/>
            <a:ext cx="336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Box 22"/>
          <p:cNvSpPr/>
          <p:nvPr/>
        </p:nvSpPr>
        <p:spPr>
          <a:xfrm>
            <a:off x="5745240" y="1144440"/>
            <a:ext cx="336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Box 23"/>
          <p:cNvSpPr/>
          <p:nvPr/>
        </p:nvSpPr>
        <p:spPr>
          <a:xfrm>
            <a:off x="5838840" y="3213000"/>
            <a:ext cx="3614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8" name="Group 24"/>
          <p:cNvGrpSpPr/>
          <p:nvPr/>
        </p:nvGrpSpPr>
        <p:grpSpPr>
          <a:xfrm>
            <a:off x="4038480" y="1671480"/>
            <a:ext cx="1320480" cy="703440"/>
            <a:chOff x="4038480" y="1671480"/>
            <a:chExt cx="1320480" cy="703440"/>
          </a:xfrm>
        </p:grpSpPr>
        <p:sp>
          <p:nvSpPr>
            <p:cNvPr id="229" name="Rectangle 25"/>
            <p:cNvSpPr/>
            <p:nvPr/>
          </p:nvSpPr>
          <p:spPr>
            <a:xfrm>
              <a:off x="4038480" y="1673280"/>
              <a:ext cx="1320480" cy="70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3101"/>
                </a:spcBef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 0.5   0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  0   0.5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0" name="Group 26"/>
            <p:cNvGrpSpPr/>
            <p:nvPr/>
          </p:nvGrpSpPr>
          <p:grpSpPr>
            <a:xfrm>
              <a:off x="5105160" y="1671480"/>
              <a:ext cx="156600" cy="703440"/>
              <a:chOff x="5105160" y="1671480"/>
              <a:chExt cx="156600" cy="703440"/>
            </a:xfrm>
          </p:grpSpPr>
          <p:sp>
            <p:nvSpPr>
              <p:cNvPr id="231" name="Line 27"/>
              <p:cNvSpPr/>
              <p:nvPr/>
            </p:nvSpPr>
            <p:spPr>
              <a:xfrm>
                <a:off x="5261400" y="1671480"/>
                <a:ext cx="360" cy="70308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Line 28"/>
              <p:cNvSpPr/>
              <p:nvPr/>
            </p:nvSpPr>
            <p:spPr>
              <a:xfrm flipH="1">
                <a:off x="5105160" y="1671480"/>
                <a:ext cx="156240" cy="36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Line 29"/>
              <p:cNvSpPr/>
              <p:nvPr/>
            </p:nvSpPr>
            <p:spPr>
              <a:xfrm>
                <a:off x="5105160" y="2374560"/>
                <a:ext cx="156240" cy="36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4" name="Group 30"/>
            <p:cNvGrpSpPr/>
            <p:nvPr/>
          </p:nvGrpSpPr>
          <p:grpSpPr>
            <a:xfrm>
              <a:off x="4095000" y="1671480"/>
              <a:ext cx="162720" cy="703440"/>
              <a:chOff x="4095000" y="1671480"/>
              <a:chExt cx="162720" cy="703440"/>
            </a:xfrm>
          </p:grpSpPr>
          <p:sp>
            <p:nvSpPr>
              <p:cNvPr id="235" name="Line 31"/>
              <p:cNvSpPr/>
              <p:nvPr/>
            </p:nvSpPr>
            <p:spPr>
              <a:xfrm>
                <a:off x="4095000" y="1671480"/>
                <a:ext cx="360" cy="70308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Line 32"/>
              <p:cNvSpPr/>
              <p:nvPr/>
            </p:nvSpPr>
            <p:spPr>
              <a:xfrm>
                <a:off x="4095000" y="1671480"/>
                <a:ext cx="162720" cy="36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Line 33"/>
              <p:cNvSpPr/>
              <p:nvPr/>
            </p:nvSpPr>
            <p:spPr>
              <a:xfrm flipH="1">
                <a:off x="4095000" y="2374560"/>
                <a:ext cx="162720" cy="36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38" name="Text Box 34"/>
          <p:cNvSpPr/>
          <p:nvPr/>
        </p:nvSpPr>
        <p:spPr>
          <a:xfrm>
            <a:off x="3387600" y="1827360"/>
            <a:ext cx="571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Line 35"/>
          <p:cNvSpPr/>
          <p:nvPr/>
        </p:nvSpPr>
        <p:spPr>
          <a:xfrm>
            <a:off x="5715000" y="6197400"/>
            <a:ext cx="2641320" cy="360"/>
          </a:xfrm>
          <a:prstGeom prst="line">
            <a:avLst/>
          </a:prstGeom>
          <a:ln w="25400">
            <a:solidFill>
              <a:srgbClr val="00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Line 36"/>
          <p:cNvSpPr/>
          <p:nvPr/>
        </p:nvSpPr>
        <p:spPr>
          <a:xfrm flipV="1">
            <a:off x="6172200" y="4165560"/>
            <a:ext cx="360" cy="2361960"/>
          </a:xfrm>
          <a:prstGeom prst="line">
            <a:avLst/>
          </a:prstGeom>
          <a:ln w="25400">
            <a:solidFill>
              <a:srgbClr val="00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1" name="Group 37"/>
          <p:cNvGrpSpPr/>
          <p:nvPr/>
        </p:nvGrpSpPr>
        <p:grpSpPr>
          <a:xfrm>
            <a:off x="7162920" y="4292640"/>
            <a:ext cx="990360" cy="914040"/>
            <a:chOff x="7162920" y="4292640"/>
            <a:chExt cx="990360" cy="914040"/>
          </a:xfrm>
        </p:grpSpPr>
        <p:sp>
          <p:nvSpPr>
            <p:cNvPr id="242" name="Rectangle 38"/>
            <p:cNvSpPr/>
            <p:nvPr/>
          </p:nvSpPr>
          <p:spPr>
            <a:xfrm>
              <a:off x="7162920" y="4597560"/>
              <a:ext cx="990360" cy="60912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AutoShape 39"/>
            <p:cNvSpPr/>
            <p:nvPr/>
          </p:nvSpPr>
          <p:spPr>
            <a:xfrm>
              <a:off x="7162920" y="4292640"/>
              <a:ext cx="990360" cy="30456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4" name="Group 40"/>
          <p:cNvGrpSpPr/>
          <p:nvPr/>
        </p:nvGrpSpPr>
        <p:grpSpPr>
          <a:xfrm>
            <a:off x="6629400" y="5207040"/>
            <a:ext cx="533160" cy="456840"/>
            <a:chOff x="6629400" y="5207040"/>
            <a:chExt cx="533160" cy="456840"/>
          </a:xfrm>
        </p:grpSpPr>
        <p:sp>
          <p:nvSpPr>
            <p:cNvPr id="245" name="Rectangle 41"/>
            <p:cNvSpPr/>
            <p:nvPr/>
          </p:nvSpPr>
          <p:spPr>
            <a:xfrm>
              <a:off x="6629400" y="5359320"/>
              <a:ext cx="533160" cy="3045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AutoShape 42"/>
            <p:cNvSpPr/>
            <p:nvPr/>
          </p:nvSpPr>
          <p:spPr>
            <a:xfrm>
              <a:off x="6629400" y="5207040"/>
              <a:ext cx="533160" cy="1519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1320" rIns="90000" bIns="31320" anchor="ctr">
              <a:noAutofit/>
            </a:bodyPr>
            <a:p>
              <a:endPara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7" name="Text Box 43"/>
          <p:cNvSpPr/>
          <p:nvPr/>
        </p:nvSpPr>
        <p:spPr>
          <a:xfrm>
            <a:off x="1633680" y="4595760"/>
            <a:ext cx="9172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Sx = 2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Sy = 2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Box 44"/>
          <p:cNvSpPr/>
          <p:nvPr/>
        </p:nvSpPr>
        <p:spPr>
          <a:xfrm>
            <a:off x="8405640" y="6297480"/>
            <a:ext cx="336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Box 45"/>
          <p:cNvSpPr/>
          <p:nvPr/>
        </p:nvSpPr>
        <p:spPr>
          <a:xfrm>
            <a:off x="5745240" y="4129200"/>
            <a:ext cx="336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Box 46"/>
          <p:cNvSpPr/>
          <p:nvPr/>
        </p:nvSpPr>
        <p:spPr>
          <a:xfrm>
            <a:off x="5838840" y="6197760"/>
            <a:ext cx="3614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1" name="Group 47"/>
          <p:cNvGrpSpPr/>
          <p:nvPr/>
        </p:nvGrpSpPr>
        <p:grpSpPr>
          <a:xfrm>
            <a:off x="4038480" y="4655880"/>
            <a:ext cx="1091880" cy="703800"/>
            <a:chOff x="4038480" y="4655880"/>
            <a:chExt cx="1091880" cy="703800"/>
          </a:xfrm>
        </p:grpSpPr>
        <p:sp>
          <p:nvSpPr>
            <p:cNvPr id="252" name="Rectangle 48"/>
            <p:cNvSpPr/>
            <p:nvPr/>
          </p:nvSpPr>
          <p:spPr>
            <a:xfrm>
              <a:off x="4038480" y="4657680"/>
              <a:ext cx="1091880" cy="70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3101"/>
                </a:spcBef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  2   0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  0   2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3" name="Group 49"/>
            <p:cNvGrpSpPr/>
            <p:nvPr/>
          </p:nvGrpSpPr>
          <p:grpSpPr>
            <a:xfrm>
              <a:off x="4920480" y="4655880"/>
              <a:ext cx="129600" cy="703800"/>
              <a:chOff x="4920480" y="4655880"/>
              <a:chExt cx="129600" cy="703800"/>
            </a:xfrm>
          </p:grpSpPr>
          <p:sp>
            <p:nvSpPr>
              <p:cNvPr id="254" name="Line 50"/>
              <p:cNvSpPr/>
              <p:nvPr/>
            </p:nvSpPr>
            <p:spPr>
              <a:xfrm>
                <a:off x="5049720" y="4655880"/>
                <a:ext cx="360" cy="70344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Line 51"/>
              <p:cNvSpPr/>
              <p:nvPr/>
            </p:nvSpPr>
            <p:spPr>
              <a:xfrm flipH="1">
                <a:off x="4920480" y="4655880"/>
                <a:ext cx="129240" cy="36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Line 52"/>
              <p:cNvSpPr/>
              <p:nvPr/>
            </p:nvSpPr>
            <p:spPr>
              <a:xfrm>
                <a:off x="4920480" y="5359320"/>
                <a:ext cx="129240" cy="36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7" name="Group 53"/>
            <p:cNvGrpSpPr/>
            <p:nvPr/>
          </p:nvGrpSpPr>
          <p:grpSpPr>
            <a:xfrm>
              <a:off x="4085280" y="4655880"/>
              <a:ext cx="134640" cy="703800"/>
              <a:chOff x="4085280" y="4655880"/>
              <a:chExt cx="134640" cy="703800"/>
            </a:xfrm>
          </p:grpSpPr>
          <p:sp>
            <p:nvSpPr>
              <p:cNvPr id="258" name="Line 54"/>
              <p:cNvSpPr/>
              <p:nvPr/>
            </p:nvSpPr>
            <p:spPr>
              <a:xfrm>
                <a:off x="4085280" y="4655880"/>
                <a:ext cx="360" cy="70344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Line 55"/>
              <p:cNvSpPr/>
              <p:nvPr/>
            </p:nvSpPr>
            <p:spPr>
              <a:xfrm>
                <a:off x="4085280" y="4655880"/>
                <a:ext cx="134640" cy="36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Line 56"/>
              <p:cNvSpPr/>
              <p:nvPr/>
            </p:nvSpPr>
            <p:spPr>
              <a:xfrm flipH="1">
                <a:off x="4085280" y="5359320"/>
                <a:ext cx="134640" cy="360"/>
              </a:xfrm>
              <a:prstGeom prst="line">
                <a:avLst/>
              </a:prstGeom>
              <a:ln w="254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61" name="Text Box 57"/>
          <p:cNvSpPr/>
          <p:nvPr/>
        </p:nvSpPr>
        <p:spPr>
          <a:xfrm>
            <a:off x="3387600" y="4811760"/>
            <a:ext cx="571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Arc 61"/>
          <p:cNvSpPr/>
          <p:nvPr/>
        </p:nvSpPr>
        <p:spPr>
          <a:xfrm flipH="1" rot="10950600">
            <a:off x="7226280" y="1673640"/>
            <a:ext cx="518760" cy="837720"/>
          </a:xfrm>
          <a:custGeom>
            <a:avLst/>
            <a:gdLst>
              <a:gd name="textAreaLeft" fmla="*/ -360 w 518760"/>
              <a:gd name="textAreaRight" fmla="*/ 518760 w 518760"/>
              <a:gd name="textAreaTop" fmla="*/ 0 h 837720"/>
              <a:gd name="textAreaBottom" fmla="*/ 838080 h 837720"/>
              <a:gd name="GluePoint1X" fmla="*/ 0 w 15240"/>
              <a:gd name="GluePoint1Y" fmla="*/ 0 h 21600"/>
              <a:gd name="GluePoint2X" fmla="*/ 15240 w 15240"/>
              <a:gd name="GluePoint2Y" fmla="*/ 6293 h 21600"/>
              <a:gd name="GluePoint3X" fmla="*/ 0 w 1524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15240" h="21600">
                <a:moveTo>
                  <a:pt x="-1" y="0"/>
                </a:moveTo>
                <a:cubicBezTo>
                  <a:pt x="5712" y="0"/>
                  <a:pt x="11191" y="2262"/>
                  <a:pt x="15239" y="6293"/>
                </a:cubicBezTo>
              </a:path>
              <a:path stroke="0" w="15240" h="21600">
                <a:moveTo>
                  <a:pt x="-1" y="0"/>
                </a:moveTo>
                <a:cubicBezTo>
                  <a:pt x="5712" y="0"/>
                  <a:pt x="11191" y="2262"/>
                  <a:pt x="15239" y="6293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Arc 62"/>
          <p:cNvSpPr/>
          <p:nvPr/>
        </p:nvSpPr>
        <p:spPr>
          <a:xfrm flipH="1" rot="10950600">
            <a:off x="7277040" y="4773960"/>
            <a:ext cx="560160" cy="837720"/>
          </a:xfrm>
          <a:custGeom>
            <a:avLst/>
            <a:gdLst>
              <a:gd name="textAreaLeft" fmla="*/ 360 w 560160"/>
              <a:gd name="textAreaRight" fmla="*/ 560880 w 560160"/>
              <a:gd name="textAreaTop" fmla="*/ 0 h 837720"/>
              <a:gd name="textAreaBottom" fmla="*/ 838080 h 837720"/>
              <a:gd name="GluePoint1X" fmla="*/ 0 w 16458"/>
              <a:gd name="GluePoint1Y" fmla="*/ 0 h 21600"/>
              <a:gd name="GluePoint2X" fmla="*/ 16458 w 16458"/>
              <a:gd name="GluePoint2Y" fmla="*/ 7611 h 21600"/>
              <a:gd name="GluePoint3X" fmla="*/ 0 w 16458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16458" h="21600">
                <a:moveTo>
                  <a:pt x="-1" y="0"/>
                </a:moveTo>
                <a:cubicBezTo>
                  <a:pt x="6336" y="0"/>
                  <a:pt x="12354" y="2782"/>
                  <a:pt x="16458" y="7610"/>
                </a:cubicBezTo>
              </a:path>
              <a:path stroke="0" w="16458" h="21600">
                <a:moveTo>
                  <a:pt x="-1" y="0"/>
                </a:moveTo>
                <a:cubicBezTo>
                  <a:pt x="6336" y="0"/>
                  <a:pt x="12354" y="2782"/>
                  <a:pt x="16458" y="761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Box 63"/>
          <p:cNvSpPr/>
          <p:nvPr/>
        </p:nvSpPr>
        <p:spPr>
          <a:xfrm>
            <a:off x="1165320" y="3643200"/>
            <a:ext cx="6900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Рисунок 2.1.  Масштабирование с коэффициентами меньше единицы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Box 64"/>
          <p:cNvSpPr/>
          <p:nvPr/>
        </p:nvSpPr>
        <p:spPr>
          <a:xfrm>
            <a:off x="1038240" y="6553080"/>
            <a:ext cx="6900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Рисунок 2.2.  Масштабирование с коэффициентами больше единицы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Line 1"/>
          <p:cNvSpPr/>
          <p:nvPr/>
        </p:nvSpPr>
        <p:spPr>
          <a:xfrm>
            <a:off x="5715000" y="3174840"/>
            <a:ext cx="289548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Line 2"/>
          <p:cNvSpPr/>
          <p:nvPr/>
        </p:nvSpPr>
        <p:spPr>
          <a:xfrm flipV="1">
            <a:off x="6095880" y="1143000"/>
            <a:ext cx="360" cy="246384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8" name="Group 3"/>
          <p:cNvGrpSpPr/>
          <p:nvPr/>
        </p:nvGrpSpPr>
        <p:grpSpPr>
          <a:xfrm>
            <a:off x="7086600" y="1270080"/>
            <a:ext cx="990360" cy="914040"/>
            <a:chOff x="7086600" y="1270080"/>
            <a:chExt cx="990360" cy="914040"/>
          </a:xfrm>
        </p:grpSpPr>
        <p:sp>
          <p:nvSpPr>
            <p:cNvPr id="269" name="CustomShape 4"/>
            <p:cNvSpPr/>
            <p:nvPr/>
          </p:nvSpPr>
          <p:spPr>
            <a:xfrm>
              <a:off x="7086600" y="1575000"/>
              <a:ext cx="990360" cy="60912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CustomShape 5"/>
            <p:cNvSpPr/>
            <p:nvPr/>
          </p:nvSpPr>
          <p:spPr>
            <a:xfrm>
              <a:off x="7086600" y="1270080"/>
              <a:ext cx="990360" cy="304560"/>
            </a:xfrm>
            <a:custGeom>
              <a:avLst/>
              <a:gdLst>
                <a:gd name="textAreaLeft" fmla="*/ 0 w 990360"/>
                <a:gd name="textAreaRight" fmla="*/ 990720 w 9903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2754" h="849">
                  <a:moveTo>
                    <a:pt x="1376" y="0"/>
                  </a:moveTo>
                  <a:lnTo>
                    <a:pt x="2753" y="848"/>
                  </a:lnTo>
                  <a:lnTo>
                    <a:pt x="0" y="848"/>
                  </a:lnTo>
                  <a:lnTo>
                    <a:pt x="1376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1" name="Group 6"/>
          <p:cNvGrpSpPr/>
          <p:nvPr/>
        </p:nvGrpSpPr>
        <p:grpSpPr>
          <a:xfrm>
            <a:off x="6553080" y="2184480"/>
            <a:ext cx="304560" cy="456480"/>
            <a:chOff x="6553080" y="2184480"/>
            <a:chExt cx="304560" cy="456480"/>
          </a:xfrm>
        </p:grpSpPr>
        <p:sp>
          <p:nvSpPr>
            <p:cNvPr id="272" name="CustomShape 7"/>
            <p:cNvSpPr/>
            <p:nvPr/>
          </p:nvSpPr>
          <p:spPr>
            <a:xfrm>
              <a:off x="6553080" y="2336760"/>
              <a:ext cx="304560" cy="30420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CustomShape 8"/>
            <p:cNvSpPr/>
            <p:nvPr/>
          </p:nvSpPr>
          <p:spPr>
            <a:xfrm>
              <a:off x="6553080" y="2184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849" h="425">
                  <a:moveTo>
                    <a:pt x="424" y="0"/>
                  </a:moveTo>
                  <a:lnTo>
                    <a:pt x="848" y="424"/>
                  </a:lnTo>
                  <a:lnTo>
                    <a:pt x="0" y="424"/>
                  </a:lnTo>
                  <a:lnTo>
                    <a:pt x="424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4" name="CustomShape 9"/>
          <p:cNvSpPr/>
          <p:nvPr/>
        </p:nvSpPr>
        <p:spPr>
          <a:xfrm>
            <a:off x="1024200" y="1839960"/>
            <a:ext cx="1265400" cy="763920"/>
          </a:xfrm>
          <a:custGeom>
            <a:avLst/>
            <a:gdLst>
              <a:gd name="textAreaLeft" fmla="*/ 0 w 1265400"/>
              <a:gd name="textAreaRight" fmla="*/ 1265760 w 1265400"/>
              <a:gd name="textAreaTop" fmla="*/ 0 h 763920"/>
              <a:gd name="textAreaBottom" fmla="*/ 764280 h 763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Sx = 0.25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Sy = 0.5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CustomShape 10"/>
          <p:cNvSpPr/>
          <p:nvPr/>
        </p:nvSpPr>
        <p:spPr>
          <a:xfrm>
            <a:off x="2403360" y="1603440"/>
            <a:ext cx="1473120" cy="336600"/>
          </a:xfrm>
          <a:custGeom>
            <a:avLst/>
            <a:gdLst>
              <a:gd name="textAreaLeft" fmla="*/ 0 w 1473120"/>
              <a:gd name="textAreaRight" fmla="*/ 1473480 w 1473120"/>
              <a:gd name="textAreaTop" fmla="*/ 0 h 336600"/>
              <a:gd name="textAreaBottom" fmla="*/ 336960 h 3366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                   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CustomShape 11"/>
          <p:cNvSpPr/>
          <p:nvPr/>
        </p:nvSpPr>
        <p:spPr>
          <a:xfrm>
            <a:off x="2403360" y="2833560"/>
            <a:ext cx="1473120" cy="214920"/>
          </a:xfrm>
          <a:custGeom>
            <a:avLst/>
            <a:gdLst>
              <a:gd name="textAreaLeft" fmla="*/ 0 w 1473120"/>
              <a:gd name="textAreaRight" fmla="*/ 1473480 w 147312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CustomShape 12"/>
          <p:cNvSpPr/>
          <p:nvPr/>
        </p:nvSpPr>
        <p:spPr>
          <a:xfrm>
            <a:off x="914400" y="-20952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Масштабирование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CustomShape 13"/>
          <p:cNvSpPr/>
          <p:nvPr/>
        </p:nvSpPr>
        <p:spPr>
          <a:xfrm>
            <a:off x="8331480" y="327492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CustomShape 14"/>
          <p:cNvSpPr/>
          <p:nvPr/>
        </p:nvSpPr>
        <p:spPr>
          <a:xfrm>
            <a:off x="5670720" y="11066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CustomShape 15"/>
          <p:cNvSpPr/>
          <p:nvPr/>
        </p:nvSpPr>
        <p:spPr>
          <a:xfrm>
            <a:off x="5763960" y="317484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1" name="Group 16"/>
          <p:cNvGrpSpPr/>
          <p:nvPr/>
        </p:nvGrpSpPr>
        <p:grpSpPr>
          <a:xfrm>
            <a:off x="3327480" y="1849320"/>
            <a:ext cx="1320120" cy="704880"/>
            <a:chOff x="3327480" y="1849320"/>
            <a:chExt cx="1320120" cy="704880"/>
          </a:xfrm>
        </p:grpSpPr>
        <p:sp>
          <p:nvSpPr>
            <p:cNvPr id="282" name="CustomShape 17"/>
            <p:cNvSpPr/>
            <p:nvPr/>
          </p:nvSpPr>
          <p:spPr>
            <a:xfrm>
              <a:off x="3327480" y="1851120"/>
              <a:ext cx="132012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0.25   0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0     0.5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oup 18"/>
            <p:cNvGrpSpPr/>
            <p:nvPr/>
          </p:nvGrpSpPr>
          <p:grpSpPr>
            <a:xfrm>
              <a:off x="4394160" y="1849320"/>
              <a:ext cx="155520" cy="703080"/>
              <a:chOff x="4394160" y="1849320"/>
              <a:chExt cx="155520" cy="703080"/>
            </a:xfrm>
          </p:grpSpPr>
          <p:sp>
            <p:nvSpPr>
              <p:cNvPr id="284" name="Line 19"/>
              <p:cNvSpPr/>
              <p:nvPr/>
            </p:nvSpPr>
            <p:spPr>
              <a:xfrm>
                <a:off x="4549320" y="184932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Line 20"/>
              <p:cNvSpPr/>
              <p:nvPr/>
            </p:nvSpPr>
            <p:spPr>
              <a:xfrm flipH="1">
                <a:off x="4394160" y="1849320"/>
                <a:ext cx="1551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Line 21"/>
              <p:cNvSpPr/>
              <p:nvPr/>
            </p:nvSpPr>
            <p:spPr>
              <a:xfrm>
                <a:off x="4394520" y="2552040"/>
                <a:ext cx="1551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7" name="Group 22"/>
            <p:cNvGrpSpPr/>
            <p:nvPr/>
          </p:nvGrpSpPr>
          <p:grpSpPr>
            <a:xfrm>
              <a:off x="3383280" y="1849320"/>
              <a:ext cx="162000" cy="703080"/>
              <a:chOff x="3383280" y="1849320"/>
              <a:chExt cx="162000" cy="703080"/>
            </a:xfrm>
          </p:grpSpPr>
          <p:sp>
            <p:nvSpPr>
              <p:cNvPr id="288" name="Line 23"/>
              <p:cNvSpPr/>
              <p:nvPr/>
            </p:nvSpPr>
            <p:spPr>
              <a:xfrm>
                <a:off x="3383280" y="184932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Line 24"/>
              <p:cNvSpPr/>
              <p:nvPr/>
            </p:nvSpPr>
            <p:spPr>
              <a:xfrm>
                <a:off x="3383280" y="1849320"/>
                <a:ext cx="1620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Line 25"/>
              <p:cNvSpPr/>
              <p:nvPr/>
            </p:nvSpPr>
            <p:spPr>
              <a:xfrm flipH="1">
                <a:off x="3383280" y="2552040"/>
                <a:ext cx="1620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1" name="CustomShape 26"/>
          <p:cNvSpPr/>
          <p:nvPr/>
        </p:nvSpPr>
        <p:spPr>
          <a:xfrm>
            <a:off x="2677320" y="2004840"/>
            <a:ext cx="569160" cy="398160"/>
          </a:xfrm>
          <a:custGeom>
            <a:avLst/>
            <a:gdLst>
              <a:gd name="textAreaLeft" fmla="*/ 0 w 569160"/>
              <a:gd name="textAreaRight" fmla="*/ 569520 w 569160"/>
              <a:gd name="textAreaTop" fmla="*/ 0 h 398160"/>
              <a:gd name="textAreaBottom" fmla="*/ 398520 h 39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2" name="Group 28"/>
          <p:cNvGrpSpPr/>
          <p:nvPr/>
        </p:nvGrpSpPr>
        <p:grpSpPr>
          <a:xfrm>
            <a:off x="4470480" y="5659560"/>
            <a:ext cx="1421640" cy="688320"/>
            <a:chOff x="4470480" y="5659560"/>
            <a:chExt cx="1421640" cy="688320"/>
          </a:xfrm>
        </p:grpSpPr>
        <p:sp>
          <p:nvSpPr>
            <p:cNvPr id="293" name="CustomShape 29"/>
            <p:cNvSpPr/>
            <p:nvPr/>
          </p:nvSpPr>
          <p:spPr>
            <a:xfrm>
              <a:off x="4470480" y="5661360"/>
              <a:ext cx="142164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1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/Sx 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  1/Sy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4" name="Group 30"/>
            <p:cNvGrpSpPr/>
            <p:nvPr/>
          </p:nvGrpSpPr>
          <p:grpSpPr>
            <a:xfrm>
              <a:off x="5619240" y="5659560"/>
              <a:ext cx="167760" cy="688320"/>
              <a:chOff x="5619240" y="5659560"/>
              <a:chExt cx="167760" cy="688320"/>
            </a:xfrm>
          </p:grpSpPr>
          <p:sp>
            <p:nvSpPr>
              <p:cNvPr id="295" name="Line 31"/>
              <p:cNvSpPr/>
              <p:nvPr/>
            </p:nvSpPr>
            <p:spPr>
              <a:xfrm>
                <a:off x="5786640" y="5659560"/>
                <a:ext cx="360" cy="6879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Line 32"/>
              <p:cNvSpPr/>
              <p:nvPr/>
            </p:nvSpPr>
            <p:spPr>
              <a:xfrm flipH="1">
                <a:off x="5619240" y="5659560"/>
                <a:ext cx="1674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Line 33"/>
              <p:cNvSpPr/>
              <p:nvPr/>
            </p:nvSpPr>
            <p:spPr>
              <a:xfrm>
                <a:off x="5619600" y="6347520"/>
                <a:ext cx="1674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8" name="Group 34"/>
            <p:cNvGrpSpPr/>
            <p:nvPr/>
          </p:nvGrpSpPr>
          <p:grpSpPr>
            <a:xfrm>
              <a:off x="4530240" y="5659560"/>
              <a:ext cx="174960" cy="688320"/>
              <a:chOff x="4530240" y="5659560"/>
              <a:chExt cx="174960" cy="688320"/>
            </a:xfrm>
          </p:grpSpPr>
          <p:sp>
            <p:nvSpPr>
              <p:cNvPr id="299" name="Line 35"/>
              <p:cNvSpPr/>
              <p:nvPr/>
            </p:nvSpPr>
            <p:spPr>
              <a:xfrm>
                <a:off x="4530600" y="5659560"/>
                <a:ext cx="360" cy="6879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Line 36"/>
              <p:cNvSpPr/>
              <p:nvPr/>
            </p:nvSpPr>
            <p:spPr>
              <a:xfrm>
                <a:off x="4530600" y="5659560"/>
                <a:ext cx="1746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Line 37"/>
              <p:cNvSpPr/>
              <p:nvPr/>
            </p:nvSpPr>
            <p:spPr>
              <a:xfrm flipH="1">
                <a:off x="4530240" y="6347520"/>
                <a:ext cx="1746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2" name="CustomShape 38"/>
          <p:cNvSpPr/>
          <p:nvPr/>
        </p:nvSpPr>
        <p:spPr>
          <a:xfrm>
            <a:off x="1219320" y="4203720"/>
            <a:ext cx="6425640" cy="367560"/>
          </a:xfrm>
          <a:custGeom>
            <a:avLst/>
            <a:gdLst>
              <a:gd name="textAreaLeft" fmla="*/ 0 w 6425640"/>
              <a:gd name="textAreaRight" fmla="*/ 6426000 w 6425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PS = [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0 ]   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 (a*0+0*0) (0*0+d*0) ] = [ 0 0 ]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3" name="Group 39"/>
          <p:cNvGrpSpPr/>
          <p:nvPr/>
        </p:nvGrpSpPr>
        <p:grpSpPr>
          <a:xfrm>
            <a:off x="3009960" y="4059360"/>
            <a:ext cx="964800" cy="663480"/>
            <a:chOff x="3009960" y="4059360"/>
            <a:chExt cx="964800" cy="663480"/>
          </a:xfrm>
        </p:grpSpPr>
        <p:sp>
          <p:nvSpPr>
            <p:cNvPr id="304" name="CustomShape 40"/>
            <p:cNvSpPr/>
            <p:nvPr/>
          </p:nvSpPr>
          <p:spPr>
            <a:xfrm>
              <a:off x="3009960" y="4061160"/>
              <a:ext cx="96480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a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d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05" name="Group 41"/>
            <p:cNvGrpSpPr/>
            <p:nvPr/>
          </p:nvGrpSpPr>
          <p:grpSpPr>
            <a:xfrm>
              <a:off x="3789360" y="4059360"/>
              <a:ext cx="114120" cy="663480"/>
              <a:chOff x="3789360" y="4059360"/>
              <a:chExt cx="114120" cy="663480"/>
            </a:xfrm>
          </p:grpSpPr>
          <p:sp>
            <p:nvSpPr>
              <p:cNvPr id="306" name="Line 42"/>
              <p:cNvSpPr/>
              <p:nvPr/>
            </p:nvSpPr>
            <p:spPr>
              <a:xfrm>
                <a:off x="3903120" y="405936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Line 43"/>
              <p:cNvSpPr/>
              <p:nvPr/>
            </p:nvSpPr>
            <p:spPr>
              <a:xfrm flipH="1">
                <a:off x="3789360" y="4059360"/>
                <a:ext cx="113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Line 44"/>
              <p:cNvSpPr/>
              <p:nvPr/>
            </p:nvSpPr>
            <p:spPr>
              <a:xfrm>
                <a:off x="3789360" y="4722480"/>
                <a:ext cx="113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09" name="Group 45"/>
            <p:cNvGrpSpPr/>
            <p:nvPr/>
          </p:nvGrpSpPr>
          <p:grpSpPr>
            <a:xfrm>
              <a:off x="3051000" y="4059360"/>
              <a:ext cx="118800" cy="663480"/>
              <a:chOff x="3051000" y="4059360"/>
              <a:chExt cx="118800" cy="663480"/>
            </a:xfrm>
          </p:grpSpPr>
          <p:sp>
            <p:nvSpPr>
              <p:cNvPr id="310" name="Line 46"/>
              <p:cNvSpPr/>
              <p:nvPr/>
            </p:nvSpPr>
            <p:spPr>
              <a:xfrm>
                <a:off x="3051000" y="405936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Line 47"/>
              <p:cNvSpPr/>
              <p:nvPr/>
            </p:nvSpPr>
            <p:spPr>
              <a:xfrm>
                <a:off x="3051000" y="4059360"/>
                <a:ext cx="118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Line 48"/>
              <p:cNvSpPr/>
              <p:nvPr/>
            </p:nvSpPr>
            <p:spPr>
              <a:xfrm flipH="1">
                <a:off x="3051000" y="4722480"/>
                <a:ext cx="118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13" name="CustomShape 49"/>
          <p:cNvSpPr/>
          <p:nvPr/>
        </p:nvSpPr>
        <p:spPr>
          <a:xfrm>
            <a:off x="1120680" y="3440160"/>
            <a:ext cx="3993840" cy="367560"/>
          </a:xfrm>
          <a:custGeom>
            <a:avLst/>
            <a:gdLst>
              <a:gd name="textAreaLeft" fmla="*/ 0 w 3993840"/>
              <a:gd name="textAreaRight" fmla="*/ 3994200 w 39938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Инвариантность начала координат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CustomShape 50"/>
          <p:cNvSpPr/>
          <p:nvPr/>
        </p:nvSpPr>
        <p:spPr>
          <a:xfrm>
            <a:off x="3829320" y="5840280"/>
            <a:ext cx="648000" cy="367560"/>
          </a:xfrm>
          <a:custGeom>
            <a:avLst/>
            <a:gdLst>
              <a:gd name="textAreaLeft" fmla="*/ 0 w 648000"/>
              <a:gd name="textAreaRight" fmla="*/ 648360 w 6480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ru-RU" sz="1800" b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CustomShape 51"/>
          <p:cNvSpPr/>
          <p:nvPr/>
        </p:nvSpPr>
        <p:spPr>
          <a:xfrm>
            <a:off x="3051000" y="5014800"/>
            <a:ext cx="4857480" cy="367560"/>
          </a:xfrm>
          <a:custGeom>
            <a:avLst/>
            <a:gdLst>
              <a:gd name="textAreaLeft" fmla="*/ 0 w 4857480"/>
              <a:gd name="textAreaRight" fmla="*/ 4857840 w 485748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Обратная матрица масштабирования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Arc 35"/>
          <p:cNvSpPr/>
          <p:nvPr/>
        </p:nvSpPr>
        <p:spPr>
          <a:xfrm flipH="1" rot="10950600">
            <a:off x="6972480" y="1673640"/>
            <a:ext cx="518760" cy="837720"/>
          </a:xfrm>
          <a:custGeom>
            <a:avLst/>
            <a:gdLst>
              <a:gd name="textAreaLeft" fmla="*/ -360 w 518760"/>
              <a:gd name="textAreaRight" fmla="*/ 518760 w 518760"/>
              <a:gd name="textAreaTop" fmla="*/ 0 h 837720"/>
              <a:gd name="textAreaBottom" fmla="*/ 838080 h 837720"/>
              <a:gd name="GluePoint1X" fmla="*/ 0 w 15240"/>
              <a:gd name="GluePoint1Y" fmla="*/ 0 h 21600"/>
              <a:gd name="GluePoint2X" fmla="*/ 15240 w 15240"/>
              <a:gd name="GluePoint2Y" fmla="*/ 6293 h 21600"/>
              <a:gd name="GluePoint3X" fmla="*/ 0 w 1524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15240" h="21600">
                <a:moveTo>
                  <a:pt x="-1" y="0"/>
                </a:moveTo>
                <a:cubicBezTo>
                  <a:pt x="5712" y="0"/>
                  <a:pt x="11191" y="2262"/>
                  <a:pt x="15239" y="6293"/>
                </a:cubicBezTo>
              </a:path>
              <a:path stroke="0" w="15240" h="21600">
                <a:moveTo>
                  <a:pt x="-1" y="0"/>
                </a:moveTo>
                <a:cubicBezTo>
                  <a:pt x="5712" y="0"/>
                  <a:pt x="11191" y="2262"/>
                  <a:pt x="15239" y="6293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Line 1"/>
          <p:cNvSpPr/>
          <p:nvPr/>
        </p:nvSpPr>
        <p:spPr>
          <a:xfrm>
            <a:off x="4859280" y="4216320"/>
            <a:ext cx="335268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Line 2"/>
          <p:cNvSpPr/>
          <p:nvPr/>
        </p:nvSpPr>
        <p:spPr>
          <a:xfrm flipV="1">
            <a:off x="6027840" y="2082960"/>
            <a:ext cx="360" cy="274320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9" name="Group 3"/>
          <p:cNvGrpSpPr/>
          <p:nvPr/>
        </p:nvGrpSpPr>
        <p:grpSpPr>
          <a:xfrm>
            <a:off x="7018200" y="2311560"/>
            <a:ext cx="990360" cy="914040"/>
            <a:chOff x="7018200" y="2311560"/>
            <a:chExt cx="990360" cy="914040"/>
          </a:xfrm>
        </p:grpSpPr>
        <p:sp>
          <p:nvSpPr>
            <p:cNvPr id="320" name="CustomShape 4"/>
            <p:cNvSpPr/>
            <p:nvPr/>
          </p:nvSpPr>
          <p:spPr>
            <a:xfrm>
              <a:off x="7018200" y="2616480"/>
              <a:ext cx="990360" cy="60912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CustomShape 5"/>
            <p:cNvSpPr/>
            <p:nvPr/>
          </p:nvSpPr>
          <p:spPr>
            <a:xfrm>
              <a:off x="7018200" y="2311560"/>
              <a:ext cx="990360" cy="304560"/>
            </a:xfrm>
            <a:custGeom>
              <a:avLst/>
              <a:gdLst>
                <a:gd name="textAreaLeft" fmla="*/ 0 w 990360"/>
                <a:gd name="textAreaRight" fmla="*/ 990720 w 9903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2754" h="849">
                  <a:moveTo>
                    <a:pt x="1376" y="0"/>
                  </a:moveTo>
                  <a:lnTo>
                    <a:pt x="2753" y="848"/>
                  </a:lnTo>
                  <a:lnTo>
                    <a:pt x="0" y="848"/>
                  </a:lnTo>
                  <a:lnTo>
                    <a:pt x="1376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2" name="Group 6"/>
          <p:cNvGrpSpPr/>
          <p:nvPr/>
        </p:nvGrpSpPr>
        <p:grpSpPr>
          <a:xfrm>
            <a:off x="5037120" y="3225960"/>
            <a:ext cx="533160" cy="456480"/>
            <a:chOff x="5037120" y="3225960"/>
            <a:chExt cx="533160" cy="456480"/>
          </a:xfrm>
        </p:grpSpPr>
        <p:sp>
          <p:nvSpPr>
            <p:cNvPr id="323" name="CustomShape 7"/>
            <p:cNvSpPr/>
            <p:nvPr/>
          </p:nvSpPr>
          <p:spPr>
            <a:xfrm>
              <a:off x="5037120" y="3378240"/>
              <a:ext cx="533160" cy="30420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CustomShape 8"/>
            <p:cNvSpPr/>
            <p:nvPr/>
          </p:nvSpPr>
          <p:spPr>
            <a:xfrm>
              <a:off x="5037120" y="3225960"/>
              <a:ext cx="533160" cy="151920"/>
            </a:xfrm>
            <a:custGeom>
              <a:avLst/>
              <a:gdLst>
                <a:gd name="textAreaLeft" fmla="*/ 0 w 533160"/>
                <a:gd name="textAreaRight" fmla="*/ 533520 w 533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1484" h="425">
                  <a:moveTo>
                    <a:pt x="741" y="0"/>
                  </a:moveTo>
                  <a:lnTo>
                    <a:pt x="1483" y="424"/>
                  </a:lnTo>
                  <a:lnTo>
                    <a:pt x="0" y="424"/>
                  </a:lnTo>
                  <a:lnTo>
                    <a:pt x="74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5" name="CustomShape 9"/>
          <p:cNvSpPr/>
          <p:nvPr/>
        </p:nvSpPr>
        <p:spPr>
          <a:xfrm>
            <a:off x="2573280" y="2259000"/>
            <a:ext cx="1280880" cy="763920"/>
          </a:xfrm>
          <a:custGeom>
            <a:avLst/>
            <a:gdLst>
              <a:gd name="textAreaLeft" fmla="*/ 0 w 1280880"/>
              <a:gd name="textAreaRight" fmla="*/ 1281240 w 1280880"/>
              <a:gd name="textAreaTop" fmla="*/ 0 h 763920"/>
              <a:gd name="textAreaBottom" fmla="*/ 764280 h 763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Sx = </a:t>
            </a: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0.5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Sy = 0.5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CustomShape 10"/>
          <p:cNvSpPr/>
          <p:nvPr/>
        </p:nvSpPr>
        <p:spPr>
          <a:xfrm>
            <a:off x="914400" y="-19044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Масштабирование и отображение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CustomShape 11"/>
          <p:cNvSpPr/>
          <p:nvPr/>
        </p:nvSpPr>
        <p:spPr>
          <a:xfrm>
            <a:off x="7958160" y="42908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CustomShape 12"/>
          <p:cNvSpPr/>
          <p:nvPr/>
        </p:nvSpPr>
        <p:spPr>
          <a:xfrm>
            <a:off x="5602320" y="214776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CustomShape 13"/>
          <p:cNvSpPr/>
          <p:nvPr/>
        </p:nvSpPr>
        <p:spPr>
          <a:xfrm>
            <a:off x="5695920" y="421632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0" name="Group 14"/>
          <p:cNvGrpSpPr/>
          <p:nvPr/>
        </p:nvGrpSpPr>
        <p:grpSpPr>
          <a:xfrm>
            <a:off x="2679840" y="4275000"/>
            <a:ext cx="1320120" cy="704880"/>
            <a:chOff x="2679840" y="4275000"/>
            <a:chExt cx="1320120" cy="704880"/>
          </a:xfrm>
        </p:grpSpPr>
        <p:sp>
          <p:nvSpPr>
            <p:cNvPr id="331" name="CustomShape 15"/>
            <p:cNvSpPr/>
            <p:nvPr/>
          </p:nvSpPr>
          <p:spPr>
            <a:xfrm>
              <a:off x="2679840" y="4276800"/>
              <a:ext cx="132012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ru-RU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-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0.5   0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0   0.5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2" name="Group 16"/>
            <p:cNvGrpSpPr/>
            <p:nvPr/>
          </p:nvGrpSpPr>
          <p:grpSpPr>
            <a:xfrm>
              <a:off x="3746520" y="4275000"/>
              <a:ext cx="155520" cy="703080"/>
              <a:chOff x="3746520" y="4275000"/>
              <a:chExt cx="155520" cy="703080"/>
            </a:xfrm>
          </p:grpSpPr>
          <p:sp>
            <p:nvSpPr>
              <p:cNvPr id="333" name="Line 17"/>
              <p:cNvSpPr/>
              <p:nvPr/>
            </p:nvSpPr>
            <p:spPr>
              <a:xfrm>
                <a:off x="3901680" y="427500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Line 18"/>
              <p:cNvSpPr/>
              <p:nvPr/>
            </p:nvSpPr>
            <p:spPr>
              <a:xfrm flipH="1">
                <a:off x="3746520" y="4275000"/>
                <a:ext cx="1551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Line 19"/>
              <p:cNvSpPr/>
              <p:nvPr/>
            </p:nvSpPr>
            <p:spPr>
              <a:xfrm>
                <a:off x="3746880" y="4977720"/>
                <a:ext cx="1551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36" name="Group 20"/>
            <p:cNvGrpSpPr/>
            <p:nvPr/>
          </p:nvGrpSpPr>
          <p:grpSpPr>
            <a:xfrm>
              <a:off x="2735640" y="4275000"/>
              <a:ext cx="162000" cy="703080"/>
              <a:chOff x="2735640" y="4275000"/>
              <a:chExt cx="162000" cy="703080"/>
            </a:xfrm>
          </p:grpSpPr>
          <p:sp>
            <p:nvSpPr>
              <p:cNvPr id="337" name="Line 21"/>
              <p:cNvSpPr/>
              <p:nvPr/>
            </p:nvSpPr>
            <p:spPr>
              <a:xfrm>
                <a:off x="2735640" y="427500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8" name="Line 22"/>
              <p:cNvSpPr/>
              <p:nvPr/>
            </p:nvSpPr>
            <p:spPr>
              <a:xfrm>
                <a:off x="2735640" y="4275000"/>
                <a:ext cx="1620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9" name="Line 23"/>
              <p:cNvSpPr/>
              <p:nvPr/>
            </p:nvSpPr>
            <p:spPr>
              <a:xfrm flipH="1">
                <a:off x="2735640" y="4977720"/>
                <a:ext cx="1620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0" name="CustomShape 24"/>
          <p:cNvSpPr/>
          <p:nvPr/>
        </p:nvSpPr>
        <p:spPr>
          <a:xfrm>
            <a:off x="2029680" y="4443480"/>
            <a:ext cx="569160" cy="398160"/>
          </a:xfrm>
          <a:custGeom>
            <a:avLst/>
            <a:gdLst>
              <a:gd name="textAreaLeft" fmla="*/ 0 w 569160"/>
              <a:gd name="textAreaRight" fmla="*/ 569520 w 569160"/>
              <a:gd name="textAreaTop" fmla="*/ 0 h 398160"/>
              <a:gd name="textAreaBottom" fmla="*/ 398520 h 39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Arc 1071"/>
          <p:cNvSpPr/>
          <p:nvPr/>
        </p:nvSpPr>
        <p:spPr>
          <a:xfrm flipH="1" rot="10950600">
            <a:off x="5733360" y="3111120"/>
            <a:ext cx="1509480" cy="687240"/>
          </a:xfrm>
          <a:custGeom>
            <a:avLst/>
            <a:gdLst>
              <a:gd name="textAreaLeft" fmla="*/ -360 w 1509480"/>
              <a:gd name="textAreaRight" fmla="*/ 1509480 w 1509480"/>
              <a:gd name="textAreaTop" fmla="*/ 0 h 687240"/>
              <a:gd name="textAreaBottom" fmla="*/ 687600 h 687240"/>
              <a:gd name="GluePoint1X" fmla="*/ 0 w 19441"/>
              <a:gd name="GluePoint1Y" fmla="*/ 0 h 21600"/>
              <a:gd name="GluePoint2X" fmla="*/ 19441 w 19441"/>
              <a:gd name="GluePoint2Y" fmla="*/ 12186 h 21600"/>
              <a:gd name="GluePoint3X" fmla="*/ 0 w 19441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19441" h="2160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</a:path>
              <a:path stroke="0" w="19441" h="2160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ustomShape 1"/>
          <p:cNvSpPr/>
          <p:nvPr/>
        </p:nvSpPr>
        <p:spPr>
          <a:xfrm>
            <a:off x="914400" y="-20952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Отображение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Line 2"/>
          <p:cNvSpPr/>
          <p:nvPr/>
        </p:nvSpPr>
        <p:spPr>
          <a:xfrm>
            <a:off x="4863960" y="2597040"/>
            <a:ext cx="265932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Line 3"/>
          <p:cNvSpPr/>
          <p:nvPr/>
        </p:nvSpPr>
        <p:spPr>
          <a:xfrm flipV="1">
            <a:off x="6100920" y="1244520"/>
            <a:ext cx="360" cy="238752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5" name="Group 4"/>
          <p:cNvGrpSpPr/>
          <p:nvPr/>
        </p:nvGrpSpPr>
        <p:grpSpPr>
          <a:xfrm>
            <a:off x="6661080" y="1603440"/>
            <a:ext cx="560160" cy="475920"/>
            <a:chOff x="6661080" y="1603440"/>
            <a:chExt cx="560160" cy="475920"/>
          </a:xfrm>
        </p:grpSpPr>
        <p:sp>
          <p:nvSpPr>
            <p:cNvPr id="346" name="CustomShape 5"/>
            <p:cNvSpPr/>
            <p:nvPr/>
          </p:nvSpPr>
          <p:spPr>
            <a:xfrm>
              <a:off x="6661080" y="1762200"/>
              <a:ext cx="560160" cy="31716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CustomShape 6"/>
            <p:cNvSpPr/>
            <p:nvPr/>
          </p:nvSpPr>
          <p:spPr>
            <a:xfrm>
              <a:off x="6661080" y="1603440"/>
              <a:ext cx="560160" cy="158400"/>
            </a:xfrm>
            <a:custGeom>
              <a:avLst/>
              <a:gdLst>
                <a:gd name="textAreaLeft" fmla="*/ 0 w 560160"/>
                <a:gd name="textAreaRight" fmla="*/ 560520 w 56016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559" h="443">
                  <a:moveTo>
                    <a:pt x="779" y="0"/>
                  </a:moveTo>
                  <a:lnTo>
                    <a:pt x="1558" y="442"/>
                  </a:lnTo>
                  <a:lnTo>
                    <a:pt x="0" y="442"/>
                  </a:lnTo>
                  <a:lnTo>
                    <a:pt x="779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8" name="Group 7"/>
          <p:cNvGrpSpPr/>
          <p:nvPr/>
        </p:nvGrpSpPr>
        <p:grpSpPr>
          <a:xfrm>
            <a:off x="4978440" y="1603440"/>
            <a:ext cx="561600" cy="475920"/>
            <a:chOff x="4978440" y="1603440"/>
            <a:chExt cx="561600" cy="475920"/>
          </a:xfrm>
        </p:grpSpPr>
        <p:sp>
          <p:nvSpPr>
            <p:cNvPr id="349" name="CustomShape 8"/>
            <p:cNvSpPr/>
            <p:nvPr/>
          </p:nvSpPr>
          <p:spPr>
            <a:xfrm>
              <a:off x="4978440" y="1762200"/>
              <a:ext cx="561600" cy="31716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CustomShape 9"/>
            <p:cNvSpPr/>
            <p:nvPr/>
          </p:nvSpPr>
          <p:spPr>
            <a:xfrm>
              <a:off x="4978440" y="1603440"/>
              <a:ext cx="561600" cy="158400"/>
            </a:xfrm>
            <a:custGeom>
              <a:avLst/>
              <a:gdLst>
                <a:gd name="textAreaLeft" fmla="*/ 0 w 561600"/>
                <a:gd name="textAreaRight" fmla="*/ 561960 w 56160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563" h="443">
                  <a:moveTo>
                    <a:pt x="781" y="0"/>
                  </a:moveTo>
                  <a:lnTo>
                    <a:pt x="1562" y="442"/>
                  </a:lnTo>
                  <a:lnTo>
                    <a:pt x="0" y="442"/>
                  </a:lnTo>
                  <a:lnTo>
                    <a:pt x="78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1" name="CustomShape 10"/>
          <p:cNvSpPr/>
          <p:nvPr/>
        </p:nvSpPr>
        <p:spPr>
          <a:xfrm>
            <a:off x="7366320" y="26510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11"/>
          <p:cNvSpPr/>
          <p:nvPr/>
        </p:nvSpPr>
        <p:spPr>
          <a:xfrm>
            <a:off x="5658120" y="108432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CustomShape 12"/>
          <p:cNvSpPr/>
          <p:nvPr/>
        </p:nvSpPr>
        <p:spPr>
          <a:xfrm>
            <a:off x="5760720" y="267480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4" name="Group 13"/>
          <p:cNvGrpSpPr/>
          <p:nvPr/>
        </p:nvGrpSpPr>
        <p:grpSpPr>
          <a:xfrm>
            <a:off x="2527200" y="1938240"/>
            <a:ext cx="1167840" cy="704880"/>
            <a:chOff x="2527200" y="1938240"/>
            <a:chExt cx="1167840" cy="704880"/>
          </a:xfrm>
        </p:grpSpPr>
        <p:sp>
          <p:nvSpPr>
            <p:cNvPr id="355" name="CustomShape 14"/>
            <p:cNvSpPr/>
            <p:nvPr/>
          </p:nvSpPr>
          <p:spPr>
            <a:xfrm>
              <a:off x="2527200" y="1940040"/>
              <a:ext cx="116784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ru-RU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-1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</a:t>
              </a:r>
              <a:r>
                <a:rPr lang="ru-RU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6" name="Group 15"/>
            <p:cNvGrpSpPr/>
            <p:nvPr/>
          </p:nvGrpSpPr>
          <p:grpSpPr>
            <a:xfrm>
              <a:off x="3470760" y="1938240"/>
              <a:ext cx="137880" cy="703080"/>
              <a:chOff x="3470760" y="1938240"/>
              <a:chExt cx="137880" cy="703080"/>
            </a:xfrm>
          </p:grpSpPr>
          <p:sp>
            <p:nvSpPr>
              <p:cNvPr id="357" name="Line 16"/>
              <p:cNvSpPr/>
              <p:nvPr/>
            </p:nvSpPr>
            <p:spPr>
              <a:xfrm>
                <a:off x="3608280" y="193824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Line 17"/>
              <p:cNvSpPr/>
              <p:nvPr/>
            </p:nvSpPr>
            <p:spPr>
              <a:xfrm flipH="1">
                <a:off x="3470760" y="1938240"/>
                <a:ext cx="13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Line 18"/>
              <p:cNvSpPr/>
              <p:nvPr/>
            </p:nvSpPr>
            <p:spPr>
              <a:xfrm>
                <a:off x="3470760" y="2640960"/>
                <a:ext cx="13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60" name="Group 19"/>
            <p:cNvGrpSpPr/>
            <p:nvPr/>
          </p:nvGrpSpPr>
          <p:grpSpPr>
            <a:xfrm>
              <a:off x="2576880" y="1938240"/>
              <a:ext cx="143280" cy="703080"/>
              <a:chOff x="2576880" y="1938240"/>
              <a:chExt cx="143280" cy="703080"/>
            </a:xfrm>
          </p:grpSpPr>
          <p:sp>
            <p:nvSpPr>
              <p:cNvPr id="361" name="Line 20"/>
              <p:cNvSpPr/>
              <p:nvPr/>
            </p:nvSpPr>
            <p:spPr>
              <a:xfrm>
                <a:off x="2576880" y="193824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Line 21"/>
              <p:cNvSpPr/>
              <p:nvPr/>
            </p:nvSpPr>
            <p:spPr>
              <a:xfrm>
                <a:off x="2576880" y="1938240"/>
                <a:ext cx="143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Line 22"/>
              <p:cNvSpPr/>
              <p:nvPr/>
            </p:nvSpPr>
            <p:spPr>
              <a:xfrm flipH="1">
                <a:off x="2576880" y="2640960"/>
                <a:ext cx="143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4" name="CustomShape 23"/>
          <p:cNvSpPr/>
          <p:nvPr/>
        </p:nvSpPr>
        <p:spPr>
          <a:xfrm>
            <a:off x="1953000" y="2093760"/>
            <a:ext cx="611640" cy="398160"/>
          </a:xfrm>
          <a:custGeom>
            <a:avLst/>
            <a:gdLst>
              <a:gd name="textAreaLeft" fmla="*/ 0 w 611640"/>
              <a:gd name="textAreaRight" fmla="*/ 612000 w 611640"/>
              <a:gd name="textAreaTop" fmla="*/ 0 h 398160"/>
              <a:gd name="textAreaBottom" fmla="*/ 398520 h 39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Line 24"/>
          <p:cNvSpPr/>
          <p:nvPr/>
        </p:nvSpPr>
        <p:spPr>
          <a:xfrm>
            <a:off x="4863960" y="5581800"/>
            <a:ext cx="265932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Line 25"/>
          <p:cNvSpPr/>
          <p:nvPr/>
        </p:nvSpPr>
        <p:spPr>
          <a:xfrm flipV="1">
            <a:off x="6100920" y="4229280"/>
            <a:ext cx="360" cy="238752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7" name="Group 26"/>
          <p:cNvGrpSpPr/>
          <p:nvPr/>
        </p:nvGrpSpPr>
        <p:grpSpPr>
          <a:xfrm>
            <a:off x="6661080" y="4587840"/>
            <a:ext cx="560160" cy="475920"/>
            <a:chOff x="6661080" y="4587840"/>
            <a:chExt cx="560160" cy="475920"/>
          </a:xfrm>
        </p:grpSpPr>
        <p:sp>
          <p:nvSpPr>
            <p:cNvPr id="368" name="CustomShape 27"/>
            <p:cNvSpPr/>
            <p:nvPr/>
          </p:nvSpPr>
          <p:spPr>
            <a:xfrm>
              <a:off x="6661080" y="4746600"/>
              <a:ext cx="560160" cy="31716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CustomShape 28"/>
            <p:cNvSpPr/>
            <p:nvPr/>
          </p:nvSpPr>
          <p:spPr>
            <a:xfrm>
              <a:off x="6661080" y="4587840"/>
              <a:ext cx="560160" cy="158400"/>
            </a:xfrm>
            <a:custGeom>
              <a:avLst/>
              <a:gdLst>
                <a:gd name="textAreaLeft" fmla="*/ 0 w 560160"/>
                <a:gd name="textAreaRight" fmla="*/ 560520 w 56016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559" h="443">
                  <a:moveTo>
                    <a:pt x="779" y="0"/>
                  </a:moveTo>
                  <a:lnTo>
                    <a:pt x="1558" y="442"/>
                  </a:lnTo>
                  <a:lnTo>
                    <a:pt x="0" y="442"/>
                  </a:lnTo>
                  <a:lnTo>
                    <a:pt x="779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0" name="Group 29"/>
          <p:cNvGrpSpPr/>
          <p:nvPr/>
        </p:nvGrpSpPr>
        <p:grpSpPr>
          <a:xfrm>
            <a:off x="6667560" y="6035760"/>
            <a:ext cx="561600" cy="475920"/>
            <a:chOff x="6667560" y="6035760"/>
            <a:chExt cx="561600" cy="475920"/>
          </a:xfrm>
        </p:grpSpPr>
        <p:sp>
          <p:nvSpPr>
            <p:cNvPr id="371" name="CustomShape 30"/>
            <p:cNvSpPr/>
            <p:nvPr/>
          </p:nvSpPr>
          <p:spPr>
            <a:xfrm rot="10800000">
              <a:off x="6667560" y="6035760"/>
              <a:ext cx="561600" cy="31716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CustomShape 31"/>
            <p:cNvSpPr/>
            <p:nvPr/>
          </p:nvSpPr>
          <p:spPr>
            <a:xfrm rot="10800000">
              <a:off x="6667560" y="6353280"/>
              <a:ext cx="561600" cy="158400"/>
            </a:xfrm>
            <a:custGeom>
              <a:avLst/>
              <a:gdLst>
                <a:gd name="textAreaLeft" fmla="*/ 0 w 561600"/>
                <a:gd name="textAreaRight" fmla="*/ 561960 w 56160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563" h="443">
                  <a:moveTo>
                    <a:pt x="781" y="0"/>
                  </a:moveTo>
                  <a:lnTo>
                    <a:pt x="1562" y="442"/>
                  </a:lnTo>
                  <a:lnTo>
                    <a:pt x="0" y="442"/>
                  </a:lnTo>
                  <a:lnTo>
                    <a:pt x="78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3" name="CustomShape 32"/>
          <p:cNvSpPr/>
          <p:nvPr/>
        </p:nvSpPr>
        <p:spPr>
          <a:xfrm>
            <a:off x="7366320" y="563580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CustomShape 33"/>
          <p:cNvSpPr/>
          <p:nvPr/>
        </p:nvSpPr>
        <p:spPr>
          <a:xfrm>
            <a:off x="5760720" y="565956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5" name="Group 34"/>
          <p:cNvGrpSpPr/>
          <p:nvPr/>
        </p:nvGrpSpPr>
        <p:grpSpPr>
          <a:xfrm>
            <a:off x="2502000" y="4923000"/>
            <a:ext cx="1167480" cy="704880"/>
            <a:chOff x="2502000" y="4923000"/>
            <a:chExt cx="1167480" cy="704880"/>
          </a:xfrm>
        </p:grpSpPr>
        <p:sp>
          <p:nvSpPr>
            <p:cNvPr id="376" name="CustomShape 35"/>
            <p:cNvSpPr/>
            <p:nvPr/>
          </p:nvSpPr>
          <p:spPr>
            <a:xfrm>
              <a:off x="2502000" y="4924800"/>
              <a:ext cx="116748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ru-RU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1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</a:t>
              </a:r>
              <a:r>
                <a:rPr lang="ru-RU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-1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7" name="Group 36"/>
            <p:cNvGrpSpPr/>
            <p:nvPr/>
          </p:nvGrpSpPr>
          <p:grpSpPr>
            <a:xfrm>
              <a:off x="3445200" y="4923000"/>
              <a:ext cx="137880" cy="702720"/>
              <a:chOff x="3445200" y="4923000"/>
              <a:chExt cx="137880" cy="702720"/>
            </a:xfrm>
          </p:grpSpPr>
          <p:sp>
            <p:nvSpPr>
              <p:cNvPr id="378" name="Line 37"/>
              <p:cNvSpPr/>
              <p:nvPr/>
            </p:nvSpPr>
            <p:spPr>
              <a:xfrm>
                <a:off x="3582720" y="4923000"/>
                <a:ext cx="360" cy="702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Line 38"/>
              <p:cNvSpPr/>
              <p:nvPr/>
            </p:nvSpPr>
            <p:spPr>
              <a:xfrm flipH="1">
                <a:off x="3445200" y="4923000"/>
                <a:ext cx="13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Line 39"/>
              <p:cNvSpPr/>
              <p:nvPr/>
            </p:nvSpPr>
            <p:spPr>
              <a:xfrm>
                <a:off x="3445200" y="5625360"/>
                <a:ext cx="13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1" name="Group 40"/>
            <p:cNvGrpSpPr/>
            <p:nvPr/>
          </p:nvGrpSpPr>
          <p:grpSpPr>
            <a:xfrm>
              <a:off x="2551320" y="4923000"/>
              <a:ext cx="143280" cy="702720"/>
              <a:chOff x="2551320" y="4923000"/>
              <a:chExt cx="143280" cy="702720"/>
            </a:xfrm>
          </p:grpSpPr>
          <p:sp>
            <p:nvSpPr>
              <p:cNvPr id="382" name="Line 41"/>
              <p:cNvSpPr/>
              <p:nvPr/>
            </p:nvSpPr>
            <p:spPr>
              <a:xfrm>
                <a:off x="2551320" y="4923000"/>
                <a:ext cx="360" cy="702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Line 42"/>
              <p:cNvSpPr/>
              <p:nvPr/>
            </p:nvSpPr>
            <p:spPr>
              <a:xfrm>
                <a:off x="2551320" y="4923000"/>
                <a:ext cx="143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Line 43"/>
              <p:cNvSpPr/>
              <p:nvPr/>
            </p:nvSpPr>
            <p:spPr>
              <a:xfrm flipH="1">
                <a:off x="2551320" y="5625360"/>
                <a:ext cx="143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85" name="CustomShape 44"/>
          <p:cNvSpPr/>
          <p:nvPr/>
        </p:nvSpPr>
        <p:spPr>
          <a:xfrm>
            <a:off x="1914840" y="5078520"/>
            <a:ext cx="611640" cy="398160"/>
          </a:xfrm>
          <a:custGeom>
            <a:avLst/>
            <a:gdLst>
              <a:gd name="textAreaLeft" fmla="*/ 0 w 611640"/>
              <a:gd name="textAreaRight" fmla="*/ 612000 w 611640"/>
              <a:gd name="textAreaTop" fmla="*/ 0 h 398160"/>
              <a:gd name="textAreaBottom" fmla="*/ 398520 h 39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CustomShape 45"/>
          <p:cNvSpPr/>
          <p:nvPr/>
        </p:nvSpPr>
        <p:spPr>
          <a:xfrm>
            <a:off x="5658120" y="418320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CustomShape 48"/>
          <p:cNvSpPr/>
          <p:nvPr/>
        </p:nvSpPr>
        <p:spPr>
          <a:xfrm>
            <a:off x="2154240" y="998640"/>
            <a:ext cx="178020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 1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Arc 1071"/>
          <p:cNvSpPr/>
          <p:nvPr/>
        </p:nvSpPr>
        <p:spPr>
          <a:xfrm flipH="1" rot="12610200">
            <a:off x="5837760" y="1415880"/>
            <a:ext cx="696240" cy="686880"/>
          </a:xfrm>
          <a:custGeom>
            <a:avLst/>
            <a:gdLst>
              <a:gd name="textAreaLeft" fmla="*/ 360 w 696240"/>
              <a:gd name="textAreaRight" fmla="*/ 696960 w 696240"/>
              <a:gd name="textAreaTop" fmla="*/ 0 h 686880"/>
              <a:gd name="textAreaBottom" fmla="*/ 687240 h 686880"/>
              <a:gd name="GluePoint1X" fmla="*/ 0 w 19441"/>
              <a:gd name="GluePoint1Y" fmla="*/ 0 h 21600"/>
              <a:gd name="GluePoint2X" fmla="*/ 19441 w 19441"/>
              <a:gd name="GluePoint2Y" fmla="*/ 12186 h 21600"/>
              <a:gd name="GluePoint3X" fmla="*/ 0 w 19441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19441" h="2160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</a:path>
              <a:path stroke="0" w="19441" h="2160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9" name="Arc 1071"/>
          <p:cNvSpPr/>
          <p:nvPr/>
        </p:nvSpPr>
        <p:spPr>
          <a:xfrm flipH="1" rot="6972000">
            <a:off x="6458400" y="5145840"/>
            <a:ext cx="579240" cy="686880"/>
          </a:xfrm>
          <a:custGeom>
            <a:avLst/>
            <a:gdLst>
              <a:gd name="textAreaLeft" fmla="*/ -360 w 579240"/>
              <a:gd name="textAreaRight" fmla="*/ 579240 w 579240"/>
              <a:gd name="textAreaTop" fmla="*/ 0 h 686880"/>
              <a:gd name="textAreaBottom" fmla="*/ 687240 h 686880"/>
              <a:gd name="GluePoint1X" fmla="*/ 0 w 19441"/>
              <a:gd name="GluePoint1Y" fmla="*/ 0 h 21600"/>
              <a:gd name="GluePoint2X" fmla="*/ 19441 w 19441"/>
              <a:gd name="GluePoint2Y" fmla="*/ 12186 h 21600"/>
              <a:gd name="GluePoint3X" fmla="*/ 0 w 19441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19441" h="2160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</a:path>
              <a:path stroke="0" w="19441" h="2160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CustomShape 1"/>
          <p:cNvSpPr/>
          <p:nvPr/>
        </p:nvSpPr>
        <p:spPr>
          <a:xfrm>
            <a:off x="914400" y="-20952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Отображение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Line 2"/>
          <p:cNvSpPr/>
          <p:nvPr/>
        </p:nvSpPr>
        <p:spPr>
          <a:xfrm>
            <a:off x="1219320" y="5518080"/>
            <a:ext cx="265896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Line 3"/>
          <p:cNvSpPr/>
          <p:nvPr/>
        </p:nvSpPr>
        <p:spPr>
          <a:xfrm flipV="1">
            <a:off x="2455920" y="4165560"/>
            <a:ext cx="360" cy="238752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3" name="Group 4"/>
          <p:cNvGrpSpPr/>
          <p:nvPr/>
        </p:nvGrpSpPr>
        <p:grpSpPr>
          <a:xfrm>
            <a:off x="3333600" y="4549680"/>
            <a:ext cx="560160" cy="475920"/>
            <a:chOff x="3333600" y="4549680"/>
            <a:chExt cx="560160" cy="475920"/>
          </a:xfrm>
        </p:grpSpPr>
        <p:sp>
          <p:nvSpPr>
            <p:cNvPr id="394" name="CustomShape 5"/>
            <p:cNvSpPr/>
            <p:nvPr/>
          </p:nvSpPr>
          <p:spPr>
            <a:xfrm>
              <a:off x="3333600" y="4708440"/>
              <a:ext cx="560160" cy="31716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CustomShape 6"/>
            <p:cNvSpPr/>
            <p:nvPr/>
          </p:nvSpPr>
          <p:spPr>
            <a:xfrm>
              <a:off x="3333600" y="4549680"/>
              <a:ext cx="560160" cy="158400"/>
            </a:xfrm>
            <a:custGeom>
              <a:avLst/>
              <a:gdLst>
                <a:gd name="textAreaLeft" fmla="*/ 0 w 560160"/>
                <a:gd name="textAreaRight" fmla="*/ 560520 w 56016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559" h="443">
                  <a:moveTo>
                    <a:pt x="779" y="0"/>
                  </a:moveTo>
                  <a:lnTo>
                    <a:pt x="1558" y="442"/>
                  </a:lnTo>
                  <a:lnTo>
                    <a:pt x="0" y="442"/>
                  </a:lnTo>
                  <a:lnTo>
                    <a:pt x="779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6" name="Group 7"/>
          <p:cNvGrpSpPr/>
          <p:nvPr/>
        </p:nvGrpSpPr>
        <p:grpSpPr>
          <a:xfrm>
            <a:off x="2862360" y="3998880"/>
            <a:ext cx="475920" cy="561600"/>
            <a:chOff x="2862360" y="3998880"/>
            <a:chExt cx="475920" cy="561600"/>
          </a:xfrm>
        </p:grpSpPr>
        <p:sp>
          <p:nvSpPr>
            <p:cNvPr id="397" name="CustomShape 8"/>
            <p:cNvSpPr/>
            <p:nvPr/>
          </p:nvSpPr>
          <p:spPr>
            <a:xfrm rot="5400000">
              <a:off x="2739960" y="4120920"/>
              <a:ext cx="561600" cy="31716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CustomShape 9"/>
            <p:cNvSpPr/>
            <p:nvPr/>
          </p:nvSpPr>
          <p:spPr>
            <a:xfrm rot="5400000">
              <a:off x="2978280" y="4200480"/>
              <a:ext cx="561600" cy="158400"/>
            </a:xfrm>
            <a:custGeom>
              <a:avLst/>
              <a:gdLst>
                <a:gd name="textAreaLeft" fmla="*/ 0 w 561600"/>
                <a:gd name="textAreaRight" fmla="*/ 561960 w 56160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563" h="443">
                  <a:moveTo>
                    <a:pt x="781" y="0"/>
                  </a:moveTo>
                  <a:lnTo>
                    <a:pt x="1562" y="442"/>
                  </a:lnTo>
                  <a:lnTo>
                    <a:pt x="0" y="442"/>
                  </a:lnTo>
                  <a:lnTo>
                    <a:pt x="78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9" name="CustomShape 10"/>
          <p:cNvSpPr/>
          <p:nvPr/>
        </p:nvSpPr>
        <p:spPr>
          <a:xfrm>
            <a:off x="3556080" y="56102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CustomShape 11"/>
          <p:cNvSpPr/>
          <p:nvPr/>
        </p:nvSpPr>
        <p:spPr>
          <a:xfrm>
            <a:off x="2013120" y="400536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CustomShape 12"/>
          <p:cNvSpPr/>
          <p:nvPr/>
        </p:nvSpPr>
        <p:spPr>
          <a:xfrm>
            <a:off x="2116080" y="559584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2" name="Group 13"/>
          <p:cNvGrpSpPr/>
          <p:nvPr/>
        </p:nvGrpSpPr>
        <p:grpSpPr>
          <a:xfrm>
            <a:off x="3848040" y="3030480"/>
            <a:ext cx="1167840" cy="704880"/>
            <a:chOff x="3848040" y="3030480"/>
            <a:chExt cx="1167840" cy="704880"/>
          </a:xfrm>
        </p:grpSpPr>
        <p:sp>
          <p:nvSpPr>
            <p:cNvPr id="403" name="CustomShape 14"/>
            <p:cNvSpPr/>
            <p:nvPr/>
          </p:nvSpPr>
          <p:spPr>
            <a:xfrm>
              <a:off x="3848040" y="3032280"/>
              <a:ext cx="116784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1   </a:t>
              </a:r>
              <a:r>
                <a:rPr lang="ru-RU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4" name="Group 15"/>
            <p:cNvGrpSpPr/>
            <p:nvPr/>
          </p:nvGrpSpPr>
          <p:grpSpPr>
            <a:xfrm>
              <a:off x="4791600" y="3030480"/>
              <a:ext cx="137880" cy="703080"/>
              <a:chOff x="4791600" y="3030480"/>
              <a:chExt cx="137880" cy="703080"/>
            </a:xfrm>
          </p:grpSpPr>
          <p:sp>
            <p:nvSpPr>
              <p:cNvPr id="405" name="Line 16"/>
              <p:cNvSpPr/>
              <p:nvPr/>
            </p:nvSpPr>
            <p:spPr>
              <a:xfrm>
                <a:off x="4929120" y="303048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Line 17"/>
              <p:cNvSpPr/>
              <p:nvPr/>
            </p:nvSpPr>
            <p:spPr>
              <a:xfrm flipH="1">
                <a:off x="4791600" y="3030480"/>
                <a:ext cx="13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Line 18"/>
              <p:cNvSpPr/>
              <p:nvPr/>
            </p:nvSpPr>
            <p:spPr>
              <a:xfrm>
                <a:off x="4791600" y="3733200"/>
                <a:ext cx="13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08" name="Group 19"/>
            <p:cNvGrpSpPr/>
            <p:nvPr/>
          </p:nvGrpSpPr>
          <p:grpSpPr>
            <a:xfrm>
              <a:off x="3897720" y="3030480"/>
              <a:ext cx="143280" cy="703080"/>
              <a:chOff x="3897720" y="3030480"/>
              <a:chExt cx="143280" cy="703080"/>
            </a:xfrm>
          </p:grpSpPr>
          <p:sp>
            <p:nvSpPr>
              <p:cNvPr id="409" name="Line 20"/>
              <p:cNvSpPr/>
              <p:nvPr/>
            </p:nvSpPr>
            <p:spPr>
              <a:xfrm>
                <a:off x="3897720" y="303048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Line 21"/>
              <p:cNvSpPr/>
              <p:nvPr/>
            </p:nvSpPr>
            <p:spPr>
              <a:xfrm>
                <a:off x="3897720" y="3030480"/>
                <a:ext cx="143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Line 22"/>
              <p:cNvSpPr/>
              <p:nvPr/>
            </p:nvSpPr>
            <p:spPr>
              <a:xfrm flipH="1">
                <a:off x="3897720" y="3733200"/>
                <a:ext cx="143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2" name="CustomShape 23"/>
          <p:cNvSpPr/>
          <p:nvPr/>
        </p:nvSpPr>
        <p:spPr>
          <a:xfrm>
            <a:off x="3273840" y="3186000"/>
            <a:ext cx="611640" cy="398160"/>
          </a:xfrm>
          <a:custGeom>
            <a:avLst/>
            <a:gdLst>
              <a:gd name="textAreaLeft" fmla="*/ 0 w 611640"/>
              <a:gd name="textAreaRight" fmla="*/ 612000 w 611640"/>
              <a:gd name="textAreaTop" fmla="*/ 0 h 398160"/>
              <a:gd name="textAreaBottom" fmla="*/ 398520 h 39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3" name="Group 24"/>
          <p:cNvGrpSpPr/>
          <p:nvPr/>
        </p:nvGrpSpPr>
        <p:grpSpPr>
          <a:xfrm>
            <a:off x="7750080" y="3081240"/>
            <a:ext cx="1167840" cy="704880"/>
            <a:chOff x="7750080" y="3081240"/>
            <a:chExt cx="1167840" cy="704880"/>
          </a:xfrm>
        </p:grpSpPr>
        <p:sp>
          <p:nvSpPr>
            <p:cNvPr id="414" name="CustomShape 25"/>
            <p:cNvSpPr/>
            <p:nvPr/>
          </p:nvSpPr>
          <p:spPr>
            <a:xfrm>
              <a:off x="7750080" y="3083040"/>
              <a:ext cx="116784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ru-RU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0  -1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-1   0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5" name="Group 26"/>
            <p:cNvGrpSpPr/>
            <p:nvPr/>
          </p:nvGrpSpPr>
          <p:grpSpPr>
            <a:xfrm>
              <a:off x="8693640" y="3081240"/>
              <a:ext cx="137880" cy="703080"/>
              <a:chOff x="8693640" y="3081240"/>
              <a:chExt cx="137880" cy="703080"/>
            </a:xfrm>
          </p:grpSpPr>
          <p:sp>
            <p:nvSpPr>
              <p:cNvPr id="416" name="Line 27"/>
              <p:cNvSpPr/>
              <p:nvPr/>
            </p:nvSpPr>
            <p:spPr>
              <a:xfrm>
                <a:off x="8831160" y="308124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Line 28"/>
              <p:cNvSpPr/>
              <p:nvPr/>
            </p:nvSpPr>
            <p:spPr>
              <a:xfrm flipH="1">
                <a:off x="8693640" y="3081240"/>
                <a:ext cx="13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Line 29"/>
              <p:cNvSpPr/>
              <p:nvPr/>
            </p:nvSpPr>
            <p:spPr>
              <a:xfrm>
                <a:off x="8693640" y="3783960"/>
                <a:ext cx="13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19" name="Group 30"/>
            <p:cNvGrpSpPr/>
            <p:nvPr/>
          </p:nvGrpSpPr>
          <p:grpSpPr>
            <a:xfrm>
              <a:off x="7799760" y="3081240"/>
              <a:ext cx="143280" cy="703080"/>
              <a:chOff x="7799760" y="3081240"/>
              <a:chExt cx="143280" cy="703080"/>
            </a:xfrm>
          </p:grpSpPr>
          <p:sp>
            <p:nvSpPr>
              <p:cNvPr id="420" name="Line 31"/>
              <p:cNvSpPr/>
              <p:nvPr/>
            </p:nvSpPr>
            <p:spPr>
              <a:xfrm>
                <a:off x="7799760" y="3081240"/>
                <a:ext cx="36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Line 32"/>
              <p:cNvSpPr/>
              <p:nvPr/>
            </p:nvSpPr>
            <p:spPr>
              <a:xfrm>
                <a:off x="7799760" y="3081240"/>
                <a:ext cx="143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Line 33"/>
              <p:cNvSpPr/>
              <p:nvPr/>
            </p:nvSpPr>
            <p:spPr>
              <a:xfrm flipH="1">
                <a:off x="7799760" y="3783960"/>
                <a:ext cx="143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23" name="CustomShape 34"/>
          <p:cNvSpPr/>
          <p:nvPr/>
        </p:nvSpPr>
        <p:spPr>
          <a:xfrm>
            <a:off x="7175880" y="3236760"/>
            <a:ext cx="611640" cy="398160"/>
          </a:xfrm>
          <a:custGeom>
            <a:avLst/>
            <a:gdLst>
              <a:gd name="textAreaLeft" fmla="*/ 0 w 611640"/>
              <a:gd name="textAreaRight" fmla="*/ 612000 w 611640"/>
              <a:gd name="textAreaTop" fmla="*/ 0 h 398160"/>
              <a:gd name="textAreaBottom" fmla="*/ 398520 h 39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CustomShape 35"/>
          <p:cNvSpPr/>
          <p:nvPr/>
        </p:nvSpPr>
        <p:spPr>
          <a:xfrm>
            <a:off x="1333440" y="1816200"/>
            <a:ext cx="7416360" cy="367560"/>
          </a:xfrm>
          <a:custGeom>
            <a:avLst/>
            <a:gdLst>
              <a:gd name="textAreaLeft" fmla="*/ 0 w 7416360"/>
              <a:gd name="textAreaRight" fmla="*/ 7416720 w 74163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PM = [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y ]   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 (0*x+1*y) (1*x+0*y) ] = [ x’ y’ 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5" name="Group 36"/>
          <p:cNvGrpSpPr/>
          <p:nvPr/>
        </p:nvGrpSpPr>
        <p:grpSpPr>
          <a:xfrm>
            <a:off x="3111480" y="1671480"/>
            <a:ext cx="964800" cy="663480"/>
            <a:chOff x="3111480" y="1671480"/>
            <a:chExt cx="964800" cy="663480"/>
          </a:xfrm>
        </p:grpSpPr>
        <p:sp>
          <p:nvSpPr>
            <p:cNvPr id="426" name="CustomShape 37"/>
            <p:cNvSpPr/>
            <p:nvPr/>
          </p:nvSpPr>
          <p:spPr>
            <a:xfrm>
              <a:off x="3111480" y="1673280"/>
              <a:ext cx="96480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0  1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1  0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7" name="Group 38"/>
            <p:cNvGrpSpPr/>
            <p:nvPr/>
          </p:nvGrpSpPr>
          <p:grpSpPr>
            <a:xfrm>
              <a:off x="3890880" y="1671480"/>
              <a:ext cx="114120" cy="663480"/>
              <a:chOff x="3890880" y="1671480"/>
              <a:chExt cx="114120" cy="663480"/>
            </a:xfrm>
          </p:grpSpPr>
          <p:sp>
            <p:nvSpPr>
              <p:cNvPr id="428" name="Line 39"/>
              <p:cNvSpPr/>
              <p:nvPr/>
            </p:nvSpPr>
            <p:spPr>
              <a:xfrm>
                <a:off x="4004640" y="167148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Line 40"/>
              <p:cNvSpPr/>
              <p:nvPr/>
            </p:nvSpPr>
            <p:spPr>
              <a:xfrm flipH="1">
                <a:off x="3890880" y="1671480"/>
                <a:ext cx="113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Line 41"/>
              <p:cNvSpPr/>
              <p:nvPr/>
            </p:nvSpPr>
            <p:spPr>
              <a:xfrm>
                <a:off x="3890880" y="2334600"/>
                <a:ext cx="1137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31" name="Group 42"/>
            <p:cNvGrpSpPr/>
            <p:nvPr/>
          </p:nvGrpSpPr>
          <p:grpSpPr>
            <a:xfrm>
              <a:off x="3152520" y="1671480"/>
              <a:ext cx="118800" cy="663480"/>
              <a:chOff x="3152520" y="1671480"/>
              <a:chExt cx="118800" cy="663480"/>
            </a:xfrm>
          </p:grpSpPr>
          <p:sp>
            <p:nvSpPr>
              <p:cNvPr id="432" name="Line 43"/>
              <p:cNvSpPr/>
              <p:nvPr/>
            </p:nvSpPr>
            <p:spPr>
              <a:xfrm>
                <a:off x="3152520" y="1671480"/>
                <a:ext cx="36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Line 44"/>
              <p:cNvSpPr/>
              <p:nvPr/>
            </p:nvSpPr>
            <p:spPr>
              <a:xfrm>
                <a:off x="3152520" y="1671480"/>
                <a:ext cx="118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Line 45"/>
              <p:cNvSpPr/>
              <p:nvPr/>
            </p:nvSpPr>
            <p:spPr>
              <a:xfrm flipH="1">
                <a:off x="3152520" y="2334600"/>
                <a:ext cx="118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35" name="CustomShape 46"/>
          <p:cNvSpPr/>
          <p:nvPr/>
        </p:nvSpPr>
        <p:spPr>
          <a:xfrm>
            <a:off x="1217520" y="1054080"/>
            <a:ext cx="3366720" cy="672480"/>
          </a:xfrm>
          <a:custGeom>
            <a:avLst/>
            <a:gdLst>
              <a:gd name="textAreaLeft" fmla="*/ 0 w 3366720"/>
              <a:gd name="textAreaRight" fmla="*/ 3367080 w 336672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I = I b I = 1       a = d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CustomShape 47"/>
          <p:cNvSpPr/>
          <p:nvPr/>
        </p:nvSpPr>
        <p:spPr>
          <a:xfrm>
            <a:off x="1217520" y="2552760"/>
            <a:ext cx="3366720" cy="367560"/>
          </a:xfrm>
          <a:custGeom>
            <a:avLst/>
            <a:gdLst>
              <a:gd name="textAreaLeft" fmla="*/ 0 w 3366720"/>
              <a:gd name="textAreaRight" fmla="*/ 3367080 w 33667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 y       y’ = 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Line 48"/>
          <p:cNvSpPr/>
          <p:nvPr/>
        </p:nvSpPr>
        <p:spPr>
          <a:xfrm flipH="1">
            <a:off x="1802880" y="4305240"/>
            <a:ext cx="1752840" cy="19303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Line 49"/>
          <p:cNvSpPr/>
          <p:nvPr/>
        </p:nvSpPr>
        <p:spPr>
          <a:xfrm>
            <a:off x="5956200" y="5505480"/>
            <a:ext cx="265932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Line 50"/>
          <p:cNvSpPr/>
          <p:nvPr/>
        </p:nvSpPr>
        <p:spPr>
          <a:xfrm flipV="1">
            <a:off x="7192800" y="4152960"/>
            <a:ext cx="360" cy="238752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0" name="Group 51"/>
          <p:cNvGrpSpPr/>
          <p:nvPr/>
        </p:nvGrpSpPr>
        <p:grpSpPr>
          <a:xfrm>
            <a:off x="7385040" y="4600440"/>
            <a:ext cx="560160" cy="475920"/>
            <a:chOff x="7385040" y="4600440"/>
            <a:chExt cx="560160" cy="475920"/>
          </a:xfrm>
        </p:grpSpPr>
        <p:sp>
          <p:nvSpPr>
            <p:cNvPr id="441" name="CustomShape 52"/>
            <p:cNvSpPr/>
            <p:nvPr/>
          </p:nvSpPr>
          <p:spPr>
            <a:xfrm>
              <a:off x="7385040" y="4759200"/>
              <a:ext cx="560160" cy="31716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CustomShape 53"/>
            <p:cNvSpPr/>
            <p:nvPr/>
          </p:nvSpPr>
          <p:spPr>
            <a:xfrm>
              <a:off x="7385040" y="4600440"/>
              <a:ext cx="560160" cy="158400"/>
            </a:xfrm>
            <a:custGeom>
              <a:avLst/>
              <a:gdLst>
                <a:gd name="textAreaLeft" fmla="*/ 0 w 560160"/>
                <a:gd name="textAreaRight" fmla="*/ 560520 w 56016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559" h="443">
                  <a:moveTo>
                    <a:pt x="779" y="0"/>
                  </a:moveTo>
                  <a:lnTo>
                    <a:pt x="1558" y="442"/>
                  </a:lnTo>
                  <a:lnTo>
                    <a:pt x="0" y="442"/>
                  </a:lnTo>
                  <a:lnTo>
                    <a:pt x="779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3" name="Group 54"/>
          <p:cNvGrpSpPr/>
          <p:nvPr/>
        </p:nvGrpSpPr>
        <p:grpSpPr>
          <a:xfrm>
            <a:off x="6291360" y="5688000"/>
            <a:ext cx="475920" cy="561600"/>
            <a:chOff x="6291360" y="5688000"/>
            <a:chExt cx="475920" cy="561600"/>
          </a:xfrm>
        </p:grpSpPr>
        <p:sp>
          <p:nvSpPr>
            <p:cNvPr id="444" name="CustomShape 55"/>
            <p:cNvSpPr/>
            <p:nvPr/>
          </p:nvSpPr>
          <p:spPr>
            <a:xfrm rot="16200000">
              <a:off x="6327720" y="5810040"/>
              <a:ext cx="561600" cy="31716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CustomShape 56"/>
            <p:cNvSpPr/>
            <p:nvPr/>
          </p:nvSpPr>
          <p:spPr>
            <a:xfrm rot="16200000">
              <a:off x="6089760" y="5889600"/>
              <a:ext cx="561600" cy="158400"/>
            </a:xfrm>
            <a:custGeom>
              <a:avLst/>
              <a:gdLst>
                <a:gd name="textAreaLeft" fmla="*/ 0 w 561600"/>
                <a:gd name="textAreaRight" fmla="*/ 561960 w 56160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563" h="443">
                  <a:moveTo>
                    <a:pt x="781" y="0"/>
                  </a:moveTo>
                  <a:lnTo>
                    <a:pt x="1562" y="442"/>
                  </a:lnTo>
                  <a:lnTo>
                    <a:pt x="0" y="442"/>
                  </a:lnTo>
                  <a:lnTo>
                    <a:pt x="78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6" name="CustomShape 57"/>
          <p:cNvSpPr/>
          <p:nvPr/>
        </p:nvSpPr>
        <p:spPr>
          <a:xfrm>
            <a:off x="8293320" y="55976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CustomShape 58"/>
          <p:cNvSpPr/>
          <p:nvPr/>
        </p:nvSpPr>
        <p:spPr>
          <a:xfrm>
            <a:off x="6864480" y="38908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CustomShape 59"/>
          <p:cNvSpPr/>
          <p:nvPr/>
        </p:nvSpPr>
        <p:spPr>
          <a:xfrm>
            <a:off x="6852960" y="558324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Line 60"/>
          <p:cNvSpPr/>
          <p:nvPr/>
        </p:nvSpPr>
        <p:spPr>
          <a:xfrm>
            <a:off x="6159600" y="4470480"/>
            <a:ext cx="1981080" cy="19810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CustomShape 63"/>
          <p:cNvSpPr/>
          <p:nvPr/>
        </p:nvSpPr>
        <p:spPr>
          <a:xfrm>
            <a:off x="1179360" y="6159600"/>
            <a:ext cx="903240" cy="367560"/>
          </a:xfrm>
          <a:custGeom>
            <a:avLst/>
            <a:gdLst>
              <a:gd name="textAreaLeft" fmla="*/ 0 w 903240"/>
              <a:gd name="textAreaRight" fmla="*/ 903600 w 9032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x = y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CustomShape 64"/>
          <p:cNvSpPr/>
          <p:nvPr/>
        </p:nvSpPr>
        <p:spPr>
          <a:xfrm>
            <a:off x="5472000" y="4788000"/>
            <a:ext cx="1004760" cy="367560"/>
          </a:xfrm>
          <a:custGeom>
            <a:avLst/>
            <a:gdLst>
              <a:gd name="textAreaLeft" fmla="*/ 0 w 1004760"/>
              <a:gd name="textAreaRight" fmla="*/ 1005120 w 10047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x = - y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Arc 1097"/>
          <p:cNvSpPr/>
          <p:nvPr/>
        </p:nvSpPr>
        <p:spPr>
          <a:xfrm rot="12015000">
            <a:off x="2898720" y="4240440"/>
            <a:ext cx="560160" cy="821880"/>
          </a:xfrm>
          <a:custGeom>
            <a:avLst/>
            <a:gdLst>
              <a:gd name="textAreaLeft" fmla="*/ 0 w 560160"/>
              <a:gd name="textAreaRight" fmla="*/ 560520 w 560160"/>
              <a:gd name="textAreaTop" fmla="*/ 0 h 821880"/>
              <a:gd name="textAreaBottom" fmla="*/ 822240 h 821880"/>
              <a:gd name="GluePoint1X" fmla="*/ 4200 w 16458"/>
              <a:gd name="GluePoint1Y" fmla="*/ 0 h 21188"/>
              <a:gd name="GluePoint2X" fmla="*/ 16458 w 16458"/>
              <a:gd name="GluePoint2Y" fmla="*/ 7199 h 21188"/>
              <a:gd name="GluePoint3X" fmla="*/ 0 w 16458"/>
              <a:gd name="GluePoint3Y" fmla="*/ 21188 h 21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16458" h="21188">
                <a:moveTo>
                  <a:pt x="4199" y="0"/>
                </a:moveTo>
                <a:cubicBezTo>
                  <a:pt x="8981" y="948"/>
                  <a:pt x="13301" y="3485"/>
                  <a:pt x="16458" y="7198"/>
                </a:cubicBezTo>
              </a:path>
              <a:path stroke="0" w="16458" h="21188">
                <a:moveTo>
                  <a:pt x="4199" y="0"/>
                </a:moveTo>
                <a:cubicBezTo>
                  <a:pt x="8981" y="948"/>
                  <a:pt x="13301" y="3485"/>
                  <a:pt x="16458" y="7198"/>
                </a:cubicBezTo>
                <a:lnTo>
                  <a:pt x="0" y="21188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3" name="Arc 1098"/>
          <p:cNvSpPr/>
          <p:nvPr/>
        </p:nvSpPr>
        <p:spPr>
          <a:xfrm rot="5920200">
            <a:off x="6816240" y="5188680"/>
            <a:ext cx="960120" cy="837720"/>
          </a:xfrm>
          <a:custGeom>
            <a:avLst/>
            <a:gdLst>
              <a:gd name="textAreaLeft" fmla="*/ 0 w 960120"/>
              <a:gd name="textAreaRight" fmla="*/ 960480 w 960120"/>
              <a:gd name="textAreaTop" fmla="*/ 0 h 837720"/>
              <a:gd name="textAreaBottom" fmla="*/ 838080 h 837720"/>
              <a:gd name="GluePoint1X" fmla="*/ 0 w 21467"/>
              <a:gd name="GluePoint1Y" fmla="*/ 0 h 21600"/>
              <a:gd name="GluePoint2X" fmla="*/ 21467 w 21467"/>
              <a:gd name="GluePoint2Y" fmla="*/ 18308 h 21600"/>
              <a:gd name="GluePoint3X" fmla="*/ 119 w 21467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21467" h="21600">
                <a:moveTo>
                  <a:pt x="0" y="0"/>
                </a:moveTo>
                <a:cubicBezTo>
                  <a:pt x="39" y="0"/>
                  <a:pt x="79" y="-1"/>
                  <a:pt x="119" y="0"/>
                </a:cubicBezTo>
                <a:cubicBezTo>
                  <a:pt x="10777" y="0"/>
                  <a:pt x="19842" y="7774"/>
                  <a:pt x="21466" y="18308"/>
                </a:cubicBezTo>
              </a:path>
              <a:path stroke="0" w="21467" h="21600">
                <a:moveTo>
                  <a:pt x="0" y="0"/>
                </a:moveTo>
                <a:cubicBezTo>
                  <a:pt x="39" y="0"/>
                  <a:pt x="79" y="-1"/>
                  <a:pt x="119" y="0"/>
                </a:cubicBezTo>
                <a:cubicBezTo>
                  <a:pt x="10777" y="0"/>
                  <a:pt x="19842" y="7774"/>
                  <a:pt x="21466" y="18308"/>
                </a:cubicBezTo>
                <a:lnTo>
                  <a:pt x="119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TextShape 1"/>
          <p:cNvSpPr/>
          <p:nvPr/>
        </p:nvSpPr>
        <p:spPr>
          <a:xfrm>
            <a:off x="914400" y="-57600"/>
            <a:ext cx="822924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Поворот</a:t>
            </a: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CustomShape 18"/>
          <p:cNvSpPr/>
          <p:nvPr/>
        </p:nvSpPr>
        <p:spPr>
          <a:xfrm>
            <a:off x="824040" y="1346040"/>
            <a:ext cx="4585680" cy="3602880"/>
          </a:xfrm>
          <a:custGeom>
            <a:avLst/>
            <a:gdLst>
              <a:gd name="textAreaLeft" fmla="*/ 0 w 4585680"/>
              <a:gd name="textAreaRight" fmla="*/ 4586040 w 4585680"/>
              <a:gd name="textAreaTop" fmla="*/ 0 h 3602880"/>
              <a:gd name="textAreaBottom" fmla="*/ 3603240 h 3602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= r * cos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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	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	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y = r * sin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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 r * cos (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+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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)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y’ = r * sin (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+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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 r * cos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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cos 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 r * sin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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sin 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y’ = r * cos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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sin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+ r * sin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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cos 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(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 x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cos 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 y sin 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y’ = x sin </a:t>
            </a:r>
            <a:r>
              <a:rPr lang="el-GR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+ y cos </a:t>
            </a:r>
            <a:r>
              <a:rPr lang="el-GR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(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6" name="Group 20"/>
          <p:cNvGrpSpPr/>
          <p:nvPr/>
        </p:nvGrpSpPr>
        <p:grpSpPr>
          <a:xfrm>
            <a:off x="4902120" y="5405400"/>
            <a:ext cx="1980360" cy="734760"/>
            <a:chOff x="4902120" y="5405400"/>
            <a:chExt cx="1980360" cy="734760"/>
          </a:xfrm>
        </p:grpSpPr>
        <p:sp>
          <p:nvSpPr>
            <p:cNvPr id="457" name="CustomShape 21"/>
            <p:cNvSpPr/>
            <p:nvPr/>
          </p:nvSpPr>
          <p:spPr>
            <a:xfrm>
              <a:off x="4902120" y="5407200"/>
              <a:ext cx="198036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cos -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sin -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- sin -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cos -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58" name="Group 22"/>
            <p:cNvGrpSpPr/>
            <p:nvPr/>
          </p:nvGrpSpPr>
          <p:grpSpPr>
            <a:xfrm>
              <a:off x="6502680" y="5405400"/>
              <a:ext cx="233280" cy="734760"/>
              <a:chOff x="6502680" y="5405400"/>
              <a:chExt cx="233280" cy="734760"/>
            </a:xfrm>
          </p:grpSpPr>
          <p:sp>
            <p:nvSpPr>
              <p:cNvPr id="459" name="Line 23"/>
              <p:cNvSpPr/>
              <p:nvPr/>
            </p:nvSpPr>
            <p:spPr>
              <a:xfrm>
                <a:off x="6735600" y="5405400"/>
                <a:ext cx="360" cy="73440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Line 24"/>
              <p:cNvSpPr/>
              <p:nvPr/>
            </p:nvSpPr>
            <p:spPr>
              <a:xfrm flipH="1">
                <a:off x="6502680" y="5405400"/>
                <a:ext cx="2329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Line 25"/>
              <p:cNvSpPr/>
              <p:nvPr/>
            </p:nvSpPr>
            <p:spPr>
              <a:xfrm>
                <a:off x="6503040" y="6139800"/>
                <a:ext cx="2329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62" name="Group 26"/>
            <p:cNvGrpSpPr/>
            <p:nvPr/>
          </p:nvGrpSpPr>
          <p:grpSpPr>
            <a:xfrm>
              <a:off x="4986000" y="5405400"/>
              <a:ext cx="243360" cy="734760"/>
              <a:chOff x="4986000" y="5405400"/>
              <a:chExt cx="243360" cy="734760"/>
            </a:xfrm>
          </p:grpSpPr>
          <p:sp>
            <p:nvSpPr>
              <p:cNvPr id="463" name="Line 27"/>
              <p:cNvSpPr/>
              <p:nvPr/>
            </p:nvSpPr>
            <p:spPr>
              <a:xfrm>
                <a:off x="4986000" y="5405400"/>
                <a:ext cx="360" cy="73440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Line 28"/>
              <p:cNvSpPr/>
              <p:nvPr/>
            </p:nvSpPr>
            <p:spPr>
              <a:xfrm>
                <a:off x="4986000" y="5405400"/>
                <a:ext cx="2433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Line 29"/>
              <p:cNvSpPr/>
              <p:nvPr/>
            </p:nvSpPr>
            <p:spPr>
              <a:xfrm flipH="1">
                <a:off x="4986000" y="6139800"/>
                <a:ext cx="2433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66" name="CustomShape 30"/>
          <p:cNvSpPr/>
          <p:nvPr/>
        </p:nvSpPr>
        <p:spPr>
          <a:xfrm>
            <a:off x="1095480" y="4862520"/>
            <a:ext cx="2190240" cy="367560"/>
          </a:xfrm>
          <a:custGeom>
            <a:avLst/>
            <a:gdLst>
              <a:gd name="textAreaLeft" fmla="*/ 0 w 2190240"/>
              <a:gd name="textAreaRight" fmla="*/ 2190600 w 21902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Матрица поворота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CustomShape 31"/>
          <p:cNvSpPr/>
          <p:nvPr/>
        </p:nvSpPr>
        <p:spPr>
          <a:xfrm>
            <a:off x="4312080" y="5637240"/>
            <a:ext cx="660240" cy="367560"/>
          </a:xfrm>
          <a:custGeom>
            <a:avLst/>
            <a:gdLst>
              <a:gd name="textAreaLeft" fmla="*/ 0 w 660240"/>
              <a:gd name="textAreaRight" fmla="*/ 660600 w 6602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800" b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8" name="Group 33"/>
          <p:cNvGrpSpPr/>
          <p:nvPr/>
        </p:nvGrpSpPr>
        <p:grpSpPr>
          <a:xfrm>
            <a:off x="1536840" y="5430960"/>
            <a:ext cx="1853280" cy="734400"/>
            <a:chOff x="1536840" y="5430960"/>
            <a:chExt cx="1853280" cy="734400"/>
          </a:xfrm>
        </p:grpSpPr>
        <p:sp>
          <p:nvSpPr>
            <p:cNvPr id="469" name="CustomShape 34"/>
            <p:cNvSpPr/>
            <p:nvPr/>
          </p:nvSpPr>
          <p:spPr>
            <a:xfrm>
              <a:off x="1536840" y="5432760"/>
              <a:ext cx="185328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cos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sin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- sin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cos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0" name="Group 35"/>
            <p:cNvGrpSpPr/>
            <p:nvPr/>
          </p:nvGrpSpPr>
          <p:grpSpPr>
            <a:xfrm>
              <a:off x="3034800" y="5430960"/>
              <a:ext cx="218160" cy="734400"/>
              <a:chOff x="3034800" y="5430960"/>
              <a:chExt cx="218160" cy="734400"/>
            </a:xfrm>
          </p:grpSpPr>
          <p:sp>
            <p:nvSpPr>
              <p:cNvPr id="471" name="Line 36"/>
              <p:cNvSpPr/>
              <p:nvPr/>
            </p:nvSpPr>
            <p:spPr>
              <a:xfrm>
                <a:off x="3252600" y="5430960"/>
                <a:ext cx="360" cy="7340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2" name="Line 37"/>
              <p:cNvSpPr/>
              <p:nvPr/>
            </p:nvSpPr>
            <p:spPr>
              <a:xfrm flipH="1">
                <a:off x="3034800" y="5430960"/>
                <a:ext cx="217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Line 38"/>
              <p:cNvSpPr/>
              <p:nvPr/>
            </p:nvSpPr>
            <p:spPr>
              <a:xfrm>
                <a:off x="3035160" y="6165000"/>
                <a:ext cx="21780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74" name="Group 39"/>
            <p:cNvGrpSpPr/>
            <p:nvPr/>
          </p:nvGrpSpPr>
          <p:grpSpPr>
            <a:xfrm>
              <a:off x="1615320" y="5430960"/>
              <a:ext cx="227520" cy="734400"/>
              <a:chOff x="1615320" y="5430960"/>
              <a:chExt cx="227520" cy="734400"/>
            </a:xfrm>
          </p:grpSpPr>
          <p:sp>
            <p:nvSpPr>
              <p:cNvPr id="475" name="Line 40"/>
              <p:cNvSpPr/>
              <p:nvPr/>
            </p:nvSpPr>
            <p:spPr>
              <a:xfrm>
                <a:off x="1615320" y="5430960"/>
                <a:ext cx="360" cy="7340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6" name="Line 41"/>
              <p:cNvSpPr/>
              <p:nvPr/>
            </p:nvSpPr>
            <p:spPr>
              <a:xfrm>
                <a:off x="1615320" y="5430960"/>
                <a:ext cx="22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Line 42"/>
              <p:cNvSpPr/>
              <p:nvPr/>
            </p:nvSpPr>
            <p:spPr>
              <a:xfrm flipH="1">
                <a:off x="1615320" y="6165000"/>
                <a:ext cx="2275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78" name="CustomShape 43"/>
          <p:cNvSpPr/>
          <p:nvPr/>
        </p:nvSpPr>
        <p:spPr>
          <a:xfrm>
            <a:off x="950400" y="5586480"/>
            <a:ext cx="542880" cy="367560"/>
          </a:xfrm>
          <a:custGeom>
            <a:avLst/>
            <a:gdLst>
              <a:gd name="textAreaLeft" fmla="*/ 0 w 542880"/>
              <a:gd name="textAreaRight" fmla="*/ 543240 w 54288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 =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9" name="Group 44"/>
          <p:cNvGrpSpPr/>
          <p:nvPr/>
        </p:nvGrpSpPr>
        <p:grpSpPr>
          <a:xfrm>
            <a:off x="7149960" y="5392800"/>
            <a:ext cx="1790280" cy="734760"/>
            <a:chOff x="7149960" y="5392800"/>
            <a:chExt cx="1790280" cy="734760"/>
          </a:xfrm>
        </p:grpSpPr>
        <p:sp>
          <p:nvSpPr>
            <p:cNvPr id="480" name="CustomShape 45"/>
            <p:cNvSpPr/>
            <p:nvPr/>
          </p:nvSpPr>
          <p:spPr>
            <a:xfrm>
              <a:off x="7149960" y="5394600"/>
              <a:ext cx="179028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cos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-sin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sin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cos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1" name="Group 46"/>
            <p:cNvGrpSpPr/>
            <p:nvPr/>
          </p:nvGrpSpPr>
          <p:grpSpPr>
            <a:xfrm>
              <a:off x="8596440" y="5392800"/>
              <a:ext cx="211320" cy="734760"/>
              <a:chOff x="8596440" y="5392800"/>
              <a:chExt cx="211320" cy="734760"/>
            </a:xfrm>
          </p:grpSpPr>
          <p:sp>
            <p:nvSpPr>
              <p:cNvPr id="482" name="Line 47"/>
              <p:cNvSpPr/>
              <p:nvPr/>
            </p:nvSpPr>
            <p:spPr>
              <a:xfrm>
                <a:off x="8807400" y="5392800"/>
                <a:ext cx="360" cy="73440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Line 48"/>
              <p:cNvSpPr/>
              <p:nvPr/>
            </p:nvSpPr>
            <p:spPr>
              <a:xfrm flipH="1">
                <a:off x="8596440" y="5392800"/>
                <a:ext cx="2109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Line 49"/>
              <p:cNvSpPr/>
              <p:nvPr/>
            </p:nvSpPr>
            <p:spPr>
              <a:xfrm>
                <a:off x="8596440" y="6127200"/>
                <a:ext cx="2109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5" name="Group 50"/>
            <p:cNvGrpSpPr/>
            <p:nvPr/>
          </p:nvGrpSpPr>
          <p:grpSpPr>
            <a:xfrm>
              <a:off x="7225560" y="5392800"/>
              <a:ext cx="220320" cy="734760"/>
              <a:chOff x="7225560" y="5392800"/>
              <a:chExt cx="220320" cy="734760"/>
            </a:xfrm>
          </p:grpSpPr>
          <p:sp>
            <p:nvSpPr>
              <p:cNvPr id="486" name="Line 51"/>
              <p:cNvSpPr/>
              <p:nvPr/>
            </p:nvSpPr>
            <p:spPr>
              <a:xfrm>
                <a:off x="7225920" y="5392800"/>
                <a:ext cx="360" cy="73440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Line 52"/>
              <p:cNvSpPr/>
              <p:nvPr/>
            </p:nvSpPr>
            <p:spPr>
              <a:xfrm>
                <a:off x="7225920" y="5392800"/>
                <a:ext cx="2199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Line 53"/>
              <p:cNvSpPr/>
              <p:nvPr/>
            </p:nvSpPr>
            <p:spPr>
              <a:xfrm flipH="1">
                <a:off x="7225560" y="6127200"/>
                <a:ext cx="2199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9" name="CustomShape 54"/>
          <p:cNvSpPr/>
          <p:nvPr/>
        </p:nvSpPr>
        <p:spPr>
          <a:xfrm>
            <a:off x="6817680" y="5586480"/>
            <a:ext cx="314280" cy="367560"/>
          </a:xfrm>
          <a:custGeom>
            <a:avLst/>
            <a:gdLst>
              <a:gd name="textAreaLeft" fmla="*/ 0 w 314280"/>
              <a:gd name="textAreaRight" fmla="*/ 314640 w 31428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Line 4"/>
          <p:cNvSpPr/>
          <p:nvPr/>
        </p:nvSpPr>
        <p:spPr>
          <a:xfrm flipV="1">
            <a:off x="6252840" y="1928520"/>
            <a:ext cx="360" cy="2016360"/>
          </a:xfrm>
          <a:prstGeom prst="line">
            <a:avLst/>
          </a:prstGeom>
          <a:ln w="9525">
            <a:solidFill>
              <a:srgbClr val="00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1" name="Line 5"/>
          <p:cNvSpPr/>
          <p:nvPr/>
        </p:nvSpPr>
        <p:spPr>
          <a:xfrm>
            <a:off x="6252840" y="3944880"/>
            <a:ext cx="2305080" cy="360"/>
          </a:xfrm>
          <a:prstGeom prst="line">
            <a:avLst/>
          </a:prstGeom>
          <a:ln w="9525">
            <a:solidFill>
              <a:srgbClr val="00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Box 6"/>
          <p:cNvSpPr/>
          <p:nvPr/>
        </p:nvSpPr>
        <p:spPr>
          <a:xfrm>
            <a:off x="8481960" y="3948120"/>
            <a:ext cx="336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Box 7"/>
          <p:cNvSpPr/>
          <p:nvPr/>
        </p:nvSpPr>
        <p:spPr>
          <a:xfrm>
            <a:off x="6354720" y="1703520"/>
            <a:ext cx="336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Line 8"/>
          <p:cNvSpPr/>
          <p:nvPr/>
        </p:nvSpPr>
        <p:spPr>
          <a:xfrm>
            <a:off x="7812000" y="3474720"/>
            <a:ext cx="360" cy="457200"/>
          </a:xfrm>
          <a:prstGeom prst="line">
            <a:avLst/>
          </a:prstGeom>
          <a:ln w="9525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5" name="Oval 10"/>
          <p:cNvSpPr/>
          <p:nvPr/>
        </p:nvSpPr>
        <p:spPr>
          <a:xfrm>
            <a:off x="7269120" y="2654280"/>
            <a:ext cx="144000" cy="14400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Box 13"/>
          <p:cNvSpPr/>
          <p:nvPr/>
        </p:nvSpPr>
        <p:spPr>
          <a:xfrm>
            <a:off x="5965920" y="3873600"/>
            <a:ext cx="3614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Box 14"/>
          <p:cNvSpPr/>
          <p:nvPr/>
        </p:nvSpPr>
        <p:spPr>
          <a:xfrm>
            <a:off x="7934400" y="3255840"/>
            <a:ext cx="3236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Line 15"/>
          <p:cNvSpPr/>
          <p:nvPr/>
        </p:nvSpPr>
        <p:spPr>
          <a:xfrm>
            <a:off x="7338960" y="2738160"/>
            <a:ext cx="360" cy="1193760"/>
          </a:xfrm>
          <a:prstGeom prst="line">
            <a:avLst/>
          </a:prstGeom>
          <a:ln w="9525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9" name="Oval 17"/>
          <p:cNvSpPr/>
          <p:nvPr/>
        </p:nvSpPr>
        <p:spPr>
          <a:xfrm>
            <a:off x="7738920" y="3390840"/>
            <a:ext cx="144000" cy="14400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Box 20"/>
          <p:cNvSpPr/>
          <p:nvPr/>
        </p:nvSpPr>
        <p:spPr>
          <a:xfrm>
            <a:off x="7292880" y="2297160"/>
            <a:ext cx="3870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Line 21"/>
          <p:cNvSpPr/>
          <p:nvPr/>
        </p:nvSpPr>
        <p:spPr>
          <a:xfrm flipV="1">
            <a:off x="6254280" y="3477240"/>
            <a:ext cx="1562400" cy="4618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2" name="Line 22"/>
          <p:cNvSpPr/>
          <p:nvPr/>
        </p:nvSpPr>
        <p:spPr>
          <a:xfrm flipV="1">
            <a:off x="6248880" y="2722320"/>
            <a:ext cx="1091160" cy="12099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3" name="Arc 23"/>
          <p:cNvSpPr/>
          <p:nvPr/>
        </p:nvSpPr>
        <p:spPr>
          <a:xfrm>
            <a:off x="6791400" y="3357720"/>
            <a:ext cx="207720" cy="348840"/>
          </a:xfrm>
          <a:custGeom>
            <a:avLst/>
            <a:gdLst>
              <a:gd name="textAreaLeft" fmla="*/ 0 w 207720"/>
              <a:gd name="textAreaRight" fmla="*/ 208080 w 207720"/>
              <a:gd name="textAreaTop" fmla="*/ 0 h 348840"/>
              <a:gd name="textAreaBottom" fmla="*/ 349200 h 348840"/>
              <a:gd name="GluePoint1X" fmla="*/ 0 w 21600"/>
              <a:gd name="GluePoint1Y" fmla="*/ 0 h 22009"/>
              <a:gd name="GluePoint2X" fmla="*/ 19273886 w 21600"/>
              <a:gd name="GluePoint2Y" fmla="*/ 87944495 h 22009"/>
              <a:gd name="GluePoint3X" fmla="*/ 0 w 21600"/>
              <a:gd name="GluePoint3Y" fmla="*/ 86310245 h 2200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21600" h="22009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36"/>
                  <a:pt x="21598" y="21872"/>
                  <a:pt x="21596" y="22009"/>
                </a:cubicBezTo>
              </a:path>
              <a:path stroke="0" w="21600" h="22009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36"/>
                  <a:pt x="21598" y="21872"/>
                  <a:pt x="21596" y="2200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Box 24"/>
          <p:cNvSpPr/>
          <p:nvPr/>
        </p:nvSpPr>
        <p:spPr>
          <a:xfrm>
            <a:off x="6854760" y="3157560"/>
            <a:ext cx="3157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l-GR" sz="2000" b="1" u="none" strike="noStrike">
                <a:solidFill>
                  <a:schemeClr val="dk1"/>
                </a:solidFill>
                <a:effectLst/>
                <a:uFillTx/>
                <a:latin typeface="Symbol"/>
                <a:ea typeface="DejaVu Sans"/>
              </a:rPr>
              <a:t>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Box 25"/>
          <p:cNvSpPr/>
          <p:nvPr/>
        </p:nvSpPr>
        <p:spPr>
          <a:xfrm>
            <a:off x="6981840" y="3637080"/>
            <a:ext cx="309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l-GR" sz="1800" b="1" u="none" strike="noStrike">
                <a:solidFill>
                  <a:schemeClr val="dk1"/>
                </a:solidFill>
                <a:effectLst/>
                <a:uFillTx/>
                <a:latin typeface="Symbol"/>
                <a:ea typeface="DejaVu Sans"/>
              </a:rPr>
              <a:t>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Box 27"/>
          <p:cNvSpPr/>
          <p:nvPr/>
        </p:nvSpPr>
        <p:spPr>
          <a:xfrm>
            <a:off x="6683400" y="2932200"/>
            <a:ext cx="2599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Arc 40"/>
          <p:cNvSpPr/>
          <p:nvPr/>
        </p:nvSpPr>
        <p:spPr>
          <a:xfrm>
            <a:off x="6253200" y="3814920"/>
            <a:ext cx="533160" cy="423360"/>
          </a:xfrm>
          <a:custGeom>
            <a:avLst/>
            <a:gdLst>
              <a:gd name="textAreaLeft" fmla="*/ 0 w 533160"/>
              <a:gd name="textAreaRight" fmla="*/ 533520 w 533160"/>
              <a:gd name="textAreaTop" fmla="*/ 0 h 423360"/>
              <a:gd name="textAreaBottom" fmla="*/ 423720 h 423360"/>
              <a:gd name="GluePoint1X" fmla="*/ 340260579 w 20460"/>
              <a:gd name="GluePoint1Y" fmla="*/ 0 h 9889"/>
              <a:gd name="GluePoint2X" fmla="*/ 362533183 w 20460"/>
              <a:gd name="GluePoint2Y" fmla="*/ 233396831 h 9889"/>
              <a:gd name="GluePoint3X" fmla="*/ 0 w 20460"/>
              <a:gd name="GluePoint3Y" fmla="*/ 778697330 h 98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20460" h="9889">
                <a:moveTo>
                  <a:pt x="19203" y="-1"/>
                </a:moveTo>
                <a:cubicBezTo>
                  <a:pt x="19695" y="955"/>
                  <a:pt x="20115" y="1946"/>
                  <a:pt x="20459" y="2964"/>
                </a:cubicBezTo>
              </a:path>
              <a:path stroke="0" w="20460" h="9889">
                <a:moveTo>
                  <a:pt x="19203" y="-1"/>
                </a:moveTo>
                <a:cubicBezTo>
                  <a:pt x="19695" y="955"/>
                  <a:pt x="20115" y="1946"/>
                  <a:pt x="20459" y="2964"/>
                </a:cubicBezTo>
                <a:lnTo>
                  <a:pt x="0" y="9889"/>
                </a:lnTo>
                <a:lnTo>
                  <a:pt x="19203" y="-1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8" name="Arc 63"/>
          <p:cNvSpPr/>
          <p:nvPr/>
        </p:nvSpPr>
        <p:spPr>
          <a:xfrm>
            <a:off x="6329520" y="3757680"/>
            <a:ext cx="533160" cy="480600"/>
          </a:xfrm>
          <a:custGeom>
            <a:avLst/>
            <a:gdLst>
              <a:gd name="textAreaLeft" fmla="*/ 0 w 533160"/>
              <a:gd name="textAreaRight" fmla="*/ 533520 w 533160"/>
              <a:gd name="textAreaTop" fmla="*/ 0 h 480600"/>
              <a:gd name="textAreaBottom" fmla="*/ 480960 h 480600"/>
              <a:gd name="GluePoint1X" fmla="*/ 326988773 w 20460"/>
              <a:gd name="GluePoint1Y" fmla="*/ 0 h 11225"/>
              <a:gd name="GluePoint2X" fmla="*/ 362533183 w 20460"/>
              <a:gd name="GluePoint2Y" fmla="*/ 338358625 h 11225"/>
              <a:gd name="GluePoint3X" fmla="*/ 0 w 20460"/>
              <a:gd name="GluePoint3Y" fmla="*/ 883273144 h 112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fill="none" w="20460" h="11225">
                <a:moveTo>
                  <a:pt x="18454" y="-1"/>
                </a:moveTo>
                <a:cubicBezTo>
                  <a:pt x="19278" y="1355"/>
                  <a:pt x="19951" y="2797"/>
                  <a:pt x="20459" y="4300"/>
                </a:cubicBezTo>
              </a:path>
              <a:path stroke="0" w="20460" h="11225">
                <a:moveTo>
                  <a:pt x="18454" y="-1"/>
                </a:moveTo>
                <a:cubicBezTo>
                  <a:pt x="19278" y="1355"/>
                  <a:pt x="19951" y="2797"/>
                  <a:pt x="20459" y="4300"/>
                </a:cubicBezTo>
                <a:lnTo>
                  <a:pt x="0" y="11225"/>
                </a:lnTo>
                <a:lnTo>
                  <a:pt x="18454" y="-1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Shape 1"/>
          <p:cNvSpPr/>
          <p:nvPr/>
        </p:nvSpPr>
        <p:spPr>
          <a:xfrm>
            <a:off x="914400" y="-20052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Перенос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Line 2"/>
          <p:cNvSpPr/>
          <p:nvPr/>
        </p:nvSpPr>
        <p:spPr>
          <a:xfrm flipV="1">
            <a:off x="5757840" y="1463400"/>
            <a:ext cx="360" cy="201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Line 3"/>
          <p:cNvSpPr/>
          <p:nvPr/>
        </p:nvSpPr>
        <p:spPr>
          <a:xfrm>
            <a:off x="5757840" y="3480120"/>
            <a:ext cx="230508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CustomShape 4"/>
          <p:cNvSpPr/>
          <p:nvPr/>
        </p:nvSpPr>
        <p:spPr>
          <a:xfrm>
            <a:off x="5423040" y="12484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CustomShape 5"/>
          <p:cNvSpPr/>
          <p:nvPr/>
        </p:nvSpPr>
        <p:spPr>
          <a:xfrm>
            <a:off x="7944120" y="347400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Line 6"/>
          <p:cNvSpPr/>
          <p:nvPr/>
        </p:nvSpPr>
        <p:spPr>
          <a:xfrm>
            <a:off x="6910560" y="2184480"/>
            <a:ext cx="360" cy="129564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Line 7"/>
          <p:cNvSpPr/>
          <p:nvPr/>
        </p:nvSpPr>
        <p:spPr>
          <a:xfrm flipH="1">
            <a:off x="5757840" y="2184480"/>
            <a:ext cx="1152720" cy="36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CustomShape 8"/>
          <p:cNvSpPr/>
          <p:nvPr/>
        </p:nvSpPr>
        <p:spPr>
          <a:xfrm>
            <a:off x="6837480" y="2113560"/>
            <a:ext cx="144000" cy="1440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CustomShape 9"/>
          <p:cNvSpPr/>
          <p:nvPr/>
        </p:nvSpPr>
        <p:spPr>
          <a:xfrm>
            <a:off x="6900840" y="3451680"/>
            <a:ext cx="339120" cy="336960"/>
          </a:xfrm>
          <a:custGeom>
            <a:avLst/>
            <a:gdLst>
              <a:gd name="textAreaLeft" fmla="*/ 0 w 339120"/>
              <a:gd name="textAreaRight" fmla="*/ 339480 w 33912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’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CustomShape 10"/>
          <p:cNvSpPr/>
          <p:nvPr/>
        </p:nvSpPr>
        <p:spPr>
          <a:xfrm>
            <a:off x="5472000" y="1848600"/>
            <a:ext cx="339120" cy="336960"/>
          </a:xfrm>
          <a:custGeom>
            <a:avLst/>
            <a:gdLst>
              <a:gd name="textAreaLeft" fmla="*/ 0 w 339120"/>
              <a:gd name="textAreaRight" fmla="*/ 339480 w 33912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’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CustomShape 11"/>
          <p:cNvSpPr/>
          <p:nvPr/>
        </p:nvSpPr>
        <p:spPr>
          <a:xfrm>
            <a:off x="5472000" y="340884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CustomShape 12"/>
          <p:cNvSpPr/>
          <p:nvPr/>
        </p:nvSpPr>
        <p:spPr>
          <a:xfrm>
            <a:off x="6982920" y="1896120"/>
            <a:ext cx="384480" cy="367920"/>
          </a:xfrm>
          <a:custGeom>
            <a:avLst/>
            <a:gdLst>
              <a:gd name="textAreaLeft" fmla="*/ 0 w 384480"/>
              <a:gd name="textAreaRight" fmla="*/ 384840 w 38448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Line 13"/>
          <p:cNvSpPr/>
          <p:nvPr/>
        </p:nvSpPr>
        <p:spPr>
          <a:xfrm>
            <a:off x="6402240" y="3073680"/>
            <a:ext cx="360" cy="3808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Line 14"/>
          <p:cNvSpPr/>
          <p:nvPr/>
        </p:nvSpPr>
        <p:spPr>
          <a:xfrm flipH="1">
            <a:off x="5757840" y="3073680"/>
            <a:ext cx="644400" cy="36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CustomShape 15"/>
          <p:cNvSpPr/>
          <p:nvPr/>
        </p:nvSpPr>
        <p:spPr>
          <a:xfrm>
            <a:off x="6329520" y="3002400"/>
            <a:ext cx="14400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CustomShape 16"/>
          <p:cNvSpPr/>
          <p:nvPr/>
        </p:nvSpPr>
        <p:spPr>
          <a:xfrm>
            <a:off x="6125760" y="3464640"/>
            <a:ext cx="282240" cy="336960"/>
          </a:xfrm>
          <a:custGeom>
            <a:avLst/>
            <a:gdLst>
              <a:gd name="textAreaLeft" fmla="*/ 0 w 282240"/>
              <a:gd name="textAreaRight" fmla="*/ 282600 w 28224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CustomShape 17"/>
          <p:cNvSpPr/>
          <p:nvPr/>
        </p:nvSpPr>
        <p:spPr>
          <a:xfrm>
            <a:off x="5446440" y="2978640"/>
            <a:ext cx="282240" cy="336960"/>
          </a:xfrm>
          <a:custGeom>
            <a:avLst/>
            <a:gdLst>
              <a:gd name="textAreaLeft" fmla="*/ 0 w 282240"/>
              <a:gd name="textAreaRight" fmla="*/ 282600 w 28224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CustomShape 18"/>
          <p:cNvSpPr/>
          <p:nvPr/>
        </p:nvSpPr>
        <p:spPr>
          <a:xfrm>
            <a:off x="6475320" y="278496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Line 19"/>
          <p:cNvSpPr/>
          <p:nvPr/>
        </p:nvSpPr>
        <p:spPr>
          <a:xfrm flipV="1">
            <a:off x="6451560" y="2252520"/>
            <a:ext cx="432000" cy="762120"/>
          </a:xfrm>
          <a:prstGeom prst="line">
            <a:avLst/>
          </a:prstGeom>
          <a:ln w="25560">
            <a:solidFill>
              <a:srgbClr val="000000"/>
            </a:solidFill>
            <a:miter/>
            <a:tailEnd len="lg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CustomShape 20"/>
          <p:cNvSpPr/>
          <p:nvPr/>
        </p:nvSpPr>
        <p:spPr>
          <a:xfrm>
            <a:off x="5613480" y="2202480"/>
            <a:ext cx="88560" cy="863280"/>
          </a:xfrm>
          <a:custGeom>
            <a:avLst/>
            <a:gdLst>
              <a:gd name="textAreaLeft" fmla="*/ 0 w 88560"/>
              <a:gd name="textAreaRight" fmla="*/ 88920 w 88560"/>
              <a:gd name="textAreaTop" fmla="*/ 0 h 863280"/>
              <a:gd name="textAreaBottom" fmla="*/ 863640 h 863280"/>
            </a:gdLst>
            <a:ahLst/>
            <a:cxnLst/>
            <a:rect l="textAreaLeft" t="textAreaTop" r="textAreaRight" b="textAreaBottom"/>
            <a:pathLst>
              <a:path w="249" h="2401">
                <a:moveTo>
                  <a:pt x="248" y="0"/>
                </a:moveTo>
                <a:cubicBezTo>
                  <a:pt x="186" y="0"/>
                  <a:pt x="124" y="100"/>
                  <a:pt x="124" y="200"/>
                </a:cubicBezTo>
                <a:lnTo>
                  <a:pt x="124" y="1000"/>
                </a:lnTo>
                <a:cubicBezTo>
                  <a:pt x="124" y="1100"/>
                  <a:pt x="62" y="1200"/>
                  <a:pt x="0" y="1200"/>
                </a:cubicBezTo>
                <a:cubicBezTo>
                  <a:pt x="62" y="1200"/>
                  <a:pt x="124" y="1300"/>
                  <a:pt x="124" y="1400"/>
                </a:cubicBezTo>
                <a:lnTo>
                  <a:pt x="124" y="2200"/>
                </a:lnTo>
                <a:cubicBezTo>
                  <a:pt x="124" y="2300"/>
                  <a:pt x="186" y="2400"/>
                  <a:pt x="248" y="24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CustomShape 21"/>
          <p:cNvSpPr/>
          <p:nvPr/>
        </p:nvSpPr>
        <p:spPr>
          <a:xfrm>
            <a:off x="5192640" y="2466000"/>
            <a:ext cx="439560" cy="336960"/>
          </a:xfrm>
          <a:custGeom>
            <a:avLst/>
            <a:gdLst>
              <a:gd name="textAreaLeft" fmla="*/ 0 w 439560"/>
              <a:gd name="textAreaRight" fmla="*/ 439920 w 43956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Dy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CustomShape 22"/>
          <p:cNvSpPr/>
          <p:nvPr/>
        </p:nvSpPr>
        <p:spPr>
          <a:xfrm rot="16200000">
            <a:off x="6616800" y="3345840"/>
            <a:ext cx="63000" cy="533160"/>
          </a:xfrm>
          <a:custGeom>
            <a:avLst/>
            <a:gdLst>
              <a:gd name="textAreaLeft" fmla="*/ 0 w 63000"/>
              <a:gd name="textAreaRight" fmla="*/ 63360 w 63000"/>
              <a:gd name="textAreaTop" fmla="*/ 0 h 533160"/>
              <a:gd name="textAreaBottom" fmla="*/ 533520 h 533160"/>
            </a:gdLst>
            <a:ahLst/>
            <a:cxnLst/>
            <a:rect l="textAreaLeft" t="textAreaTop" r="textAreaRight" b="textAreaBottom"/>
            <a:pathLst>
              <a:path w="178" h="1484">
                <a:moveTo>
                  <a:pt x="177" y="0"/>
                </a:moveTo>
                <a:cubicBezTo>
                  <a:pt x="132" y="0"/>
                  <a:pt x="88" y="61"/>
                  <a:pt x="88" y="123"/>
                </a:cubicBezTo>
                <a:lnTo>
                  <a:pt x="88" y="617"/>
                </a:lnTo>
                <a:cubicBezTo>
                  <a:pt x="88" y="679"/>
                  <a:pt x="44" y="741"/>
                  <a:pt x="0" y="741"/>
                </a:cubicBezTo>
                <a:cubicBezTo>
                  <a:pt x="44" y="741"/>
                  <a:pt x="88" y="803"/>
                  <a:pt x="88" y="865"/>
                </a:cubicBezTo>
                <a:lnTo>
                  <a:pt x="88" y="1359"/>
                </a:lnTo>
                <a:cubicBezTo>
                  <a:pt x="88" y="1421"/>
                  <a:pt x="132" y="1483"/>
                  <a:pt x="177" y="1483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CustomShape 23"/>
          <p:cNvSpPr/>
          <p:nvPr/>
        </p:nvSpPr>
        <p:spPr>
          <a:xfrm>
            <a:off x="2068560" y="2260440"/>
            <a:ext cx="1690200" cy="977400"/>
          </a:xfrm>
          <a:custGeom>
            <a:avLst/>
            <a:gdLst>
              <a:gd name="textAreaLeft" fmla="*/ 0 w 1690200"/>
              <a:gd name="textAreaRight" fmla="*/ 1690560 w 1690200"/>
              <a:gd name="textAreaTop" fmla="*/ 0 h 977400"/>
              <a:gd name="textAreaBottom" fmla="*/ 977760 h 977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 x + Dx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y’ = y + Dy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CustomShape 24"/>
          <p:cNvSpPr/>
          <p:nvPr/>
        </p:nvSpPr>
        <p:spPr>
          <a:xfrm>
            <a:off x="2126520" y="4371480"/>
            <a:ext cx="16585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 = [ Dx Dy ]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CustomShape 25"/>
          <p:cNvSpPr/>
          <p:nvPr/>
        </p:nvSpPr>
        <p:spPr>
          <a:xfrm>
            <a:off x="2126520" y="4770360"/>
            <a:ext cx="13233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 + 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CustomShape 26"/>
          <p:cNvSpPr/>
          <p:nvPr/>
        </p:nvSpPr>
        <p:spPr>
          <a:xfrm>
            <a:off x="6462720" y="3761280"/>
            <a:ext cx="439560" cy="336960"/>
          </a:xfrm>
          <a:custGeom>
            <a:avLst/>
            <a:gdLst>
              <a:gd name="textAreaLeft" fmla="*/ 0 w 439560"/>
              <a:gd name="textAreaRight" fmla="*/ 439920 w 43956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Dx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CustomShape 23"/>
          <p:cNvSpPr/>
          <p:nvPr/>
        </p:nvSpPr>
        <p:spPr>
          <a:xfrm>
            <a:off x="1385280" y="5788080"/>
            <a:ext cx="6347520" cy="371160"/>
          </a:xfrm>
          <a:custGeom>
            <a:avLst/>
            <a:gdLst>
              <a:gd name="textAreaLeft" fmla="*/ 0 w 6347520"/>
              <a:gd name="textAreaRight" fmla="*/ 6347880 w 634752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PM = [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y ]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 (a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x+c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y) (b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x+d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y) ] = [ x’ y’ 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6" name="Group 24"/>
          <p:cNvGrpSpPr/>
          <p:nvPr/>
        </p:nvGrpSpPr>
        <p:grpSpPr>
          <a:xfrm>
            <a:off x="3251880" y="5670360"/>
            <a:ext cx="583920" cy="641880"/>
            <a:chOff x="3251880" y="5670360"/>
            <a:chExt cx="583920" cy="641880"/>
          </a:xfrm>
        </p:grpSpPr>
        <p:sp>
          <p:nvSpPr>
            <p:cNvPr id="537" name="CustomShape 25"/>
            <p:cNvSpPr/>
            <p:nvPr/>
          </p:nvSpPr>
          <p:spPr>
            <a:xfrm>
              <a:off x="3251880" y="5670360"/>
              <a:ext cx="583920" cy="64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a  b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c  d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8" name="Group 26"/>
            <p:cNvGrpSpPr/>
            <p:nvPr/>
          </p:nvGrpSpPr>
          <p:grpSpPr>
            <a:xfrm>
              <a:off x="3723120" y="5733360"/>
              <a:ext cx="70200" cy="558720"/>
              <a:chOff x="3723120" y="5733360"/>
              <a:chExt cx="70200" cy="558720"/>
            </a:xfrm>
          </p:grpSpPr>
          <p:sp>
            <p:nvSpPr>
              <p:cNvPr id="539" name="Line 27"/>
              <p:cNvSpPr/>
              <p:nvPr/>
            </p:nvSpPr>
            <p:spPr>
              <a:xfrm>
                <a:off x="3792960" y="5733360"/>
                <a:ext cx="36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0" name="Line 28"/>
              <p:cNvSpPr/>
              <p:nvPr/>
            </p:nvSpPr>
            <p:spPr>
              <a:xfrm flipH="1">
                <a:off x="3723120" y="5733360"/>
                <a:ext cx="6984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Line 29"/>
              <p:cNvSpPr/>
              <p:nvPr/>
            </p:nvSpPr>
            <p:spPr>
              <a:xfrm>
                <a:off x="3723120" y="6291720"/>
                <a:ext cx="6984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42" name="Group 30"/>
            <p:cNvGrpSpPr/>
            <p:nvPr/>
          </p:nvGrpSpPr>
          <p:grpSpPr>
            <a:xfrm>
              <a:off x="3277080" y="5733360"/>
              <a:ext cx="71280" cy="558720"/>
              <a:chOff x="3277080" y="5733360"/>
              <a:chExt cx="71280" cy="558720"/>
            </a:xfrm>
          </p:grpSpPr>
          <p:sp>
            <p:nvSpPr>
              <p:cNvPr id="543" name="Line 31"/>
              <p:cNvSpPr/>
              <p:nvPr/>
            </p:nvSpPr>
            <p:spPr>
              <a:xfrm>
                <a:off x="3277080" y="5733360"/>
                <a:ext cx="36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Line 32"/>
              <p:cNvSpPr/>
              <p:nvPr/>
            </p:nvSpPr>
            <p:spPr>
              <a:xfrm>
                <a:off x="3277080" y="5733360"/>
                <a:ext cx="71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5" name="Line 33"/>
              <p:cNvSpPr/>
              <p:nvPr/>
            </p:nvSpPr>
            <p:spPr>
              <a:xfrm flipH="1">
                <a:off x="3277080" y="6291720"/>
                <a:ext cx="71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extShape 1"/>
          <p:cNvSpPr/>
          <p:nvPr/>
        </p:nvSpPr>
        <p:spPr>
          <a:xfrm>
            <a:off x="914400" y="-22896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Однородные координаты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CustomShape 2"/>
          <p:cNvSpPr/>
          <p:nvPr/>
        </p:nvSpPr>
        <p:spPr>
          <a:xfrm>
            <a:off x="1331640" y="1340640"/>
            <a:ext cx="3493800" cy="2310120"/>
          </a:xfrm>
          <a:custGeom>
            <a:avLst/>
            <a:gdLst>
              <a:gd name="textAreaLeft" fmla="*/ 0 w 3493800"/>
              <a:gd name="textAreaRight" fmla="*/ 3494160 w 3493800"/>
              <a:gd name="textAreaTop" fmla="*/ 0 h 2310120"/>
              <a:gd name="textAreaBottom" fmla="*/ 2310480 h 23101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 = [</a:t>
            </a:r>
            <a:r>
              <a:rPr lang="ru-RU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 Y  W ]    W ≠0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 = [</a:t>
            </a:r>
            <a:r>
              <a:rPr lang="ru-RU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W*x  W*y  W ]    W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≠0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= X / W   y = Y / W  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= 1     x = X /1   y = Y / 1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8" name="Picture 2" descr="Picture background"/>
          <p:cNvPicPr/>
          <p:nvPr/>
        </p:nvPicPr>
        <p:blipFill>
          <a:blip r:embed="rId1"/>
          <a:stretch/>
        </p:blipFill>
        <p:spPr>
          <a:xfrm>
            <a:off x="5364000" y="3739680"/>
            <a:ext cx="2903040" cy="25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TextBox 1"/>
          <p:cNvSpPr/>
          <p:nvPr/>
        </p:nvSpPr>
        <p:spPr>
          <a:xfrm>
            <a:off x="5292000" y="3735000"/>
            <a:ext cx="351000" cy="369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w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2"/>
          <p:cNvSpPr/>
          <p:nvPr/>
        </p:nvSpPr>
        <p:spPr>
          <a:xfrm>
            <a:off x="5860800" y="1484640"/>
            <a:ext cx="16632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 = (2,3)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P1 = (2,3,1)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P2 = (4,6,2)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P3 = (8,12,4)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      …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3"/>
          <p:cNvSpPr/>
          <p:nvPr/>
        </p:nvSpPr>
        <p:spPr>
          <a:xfrm>
            <a:off x="1115640" y="4437000"/>
            <a:ext cx="3456000" cy="12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Однородные координаты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 — концепция в компьютерной графике, которая позволяет представлять точки, векторы и преобразования в более удобной и обобщённой форме.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1054080" y="1523880"/>
            <a:ext cx="7784640" cy="916200"/>
          </a:xfrm>
          <a:custGeom>
            <a:avLst/>
            <a:gdLst>
              <a:gd name="textAreaLeft" fmla="*/ 0 w 7784640"/>
              <a:gd name="textAreaRight" fmla="*/ 7785000 w 7784640"/>
              <a:gd name="textAreaTop" fmla="*/ 0 h 916200"/>
              <a:gd name="textAreaBottom" fmla="*/ 916560 h 916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PM = [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y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]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 (ax+dy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g*1) (bx+ey+h*1)(cx+fy+i*1 ]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53" name="Group 2"/>
          <p:cNvGrpSpPr/>
          <p:nvPr/>
        </p:nvGrpSpPr>
        <p:grpSpPr>
          <a:xfrm>
            <a:off x="3044880" y="1246320"/>
            <a:ext cx="1294560" cy="1045440"/>
            <a:chOff x="3044880" y="1246320"/>
            <a:chExt cx="1294560" cy="1045440"/>
          </a:xfrm>
        </p:grpSpPr>
        <p:sp>
          <p:nvSpPr>
            <p:cNvPr id="554" name="CustomShape 3"/>
            <p:cNvSpPr/>
            <p:nvPr/>
          </p:nvSpPr>
          <p:spPr>
            <a:xfrm>
              <a:off x="3044880" y="1248840"/>
              <a:ext cx="1294560" cy="91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a  b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d  e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f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g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i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5" name="Group 4"/>
            <p:cNvGrpSpPr/>
            <p:nvPr/>
          </p:nvGrpSpPr>
          <p:grpSpPr>
            <a:xfrm>
              <a:off x="4091040" y="1246320"/>
              <a:ext cx="152640" cy="1045440"/>
              <a:chOff x="4091040" y="1246320"/>
              <a:chExt cx="152640" cy="1045440"/>
            </a:xfrm>
          </p:grpSpPr>
          <p:sp>
            <p:nvSpPr>
              <p:cNvPr id="556" name="Line 5"/>
              <p:cNvSpPr/>
              <p:nvPr/>
            </p:nvSpPr>
            <p:spPr>
              <a:xfrm>
                <a:off x="4243320" y="1246320"/>
                <a:ext cx="360" cy="104508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Line 6"/>
              <p:cNvSpPr/>
              <p:nvPr/>
            </p:nvSpPr>
            <p:spPr>
              <a:xfrm flipH="1">
                <a:off x="4091040" y="1246320"/>
                <a:ext cx="152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Line 7"/>
              <p:cNvSpPr/>
              <p:nvPr/>
            </p:nvSpPr>
            <p:spPr>
              <a:xfrm>
                <a:off x="4091400" y="2291400"/>
                <a:ext cx="152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59" name="Group 8"/>
            <p:cNvGrpSpPr/>
            <p:nvPr/>
          </p:nvGrpSpPr>
          <p:grpSpPr>
            <a:xfrm>
              <a:off x="3099600" y="1246320"/>
              <a:ext cx="159120" cy="1045440"/>
              <a:chOff x="3099600" y="1246320"/>
              <a:chExt cx="159120" cy="1045440"/>
            </a:xfrm>
          </p:grpSpPr>
          <p:sp>
            <p:nvSpPr>
              <p:cNvPr id="560" name="Line 9"/>
              <p:cNvSpPr/>
              <p:nvPr/>
            </p:nvSpPr>
            <p:spPr>
              <a:xfrm>
                <a:off x="3099600" y="1246320"/>
                <a:ext cx="360" cy="104508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Line 10"/>
              <p:cNvSpPr/>
              <p:nvPr/>
            </p:nvSpPr>
            <p:spPr>
              <a:xfrm>
                <a:off x="3099600" y="1246320"/>
                <a:ext cx="1591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Line 11"/>
              <p:cNvSpPr/>
              <p:nvPr/>
            </p:nvSpPr>
            <p:spPr>
              <a:xfrm flipH="1">
                <a:off x="3099600" y="2291400"/>
                <a:ext cx="1591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63" name="CustomShape 12"/>
          <p:cNvSpPr/>
          <p:nvPr/>
        </p:nvSpPr>
        <p:spPr>
          <a:xfrm>
            <a:off x="1070280" y="2709000"/>
            <a:ext cx="8181720" cy="2033280"/>
          </a:xfrm>
          <a:custGeom>
            <a:avLst/>
            <a:gdLst>
              <a:gd name="textAreaLeft" fmla="*/ 0 w 8181720"/>
              <a:gd name="textAreaRight" fmla="*/ 8182080 w 8181720"/>
              <a:gd name="textAreaTop" fmla="*/ 0 h 2033280"/>
              <a:gd name="textAreaBottom" fmla="*/ 2033640 h 203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PM = [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y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]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 (1x+0y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dx*1) (0x+1y+dy*1)(0x+0y+1*1 ]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 [(x+dx)(y+dy) 1] = [x’ y’]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4" name="Group 13"/>
          <p:cNvGrpSpPr/>
          <p:nvPr/>
        </p:nvGrpSpPr>
        <p:grpSpPr>
          <a:xfrm>
            <a:off x="3044880" y="2440800"/>
            <a:ext cx="1294560" cy="1045440"/>
            <a:chOff x="3044880" y="2440800"/>
            <a:chExt cx="1294560" cy="1045440"/>
          </a:xfrm>
        </p:grpSpPr>
        <p:sp>
          <p:nvSpPr>
            <p:cNvPr id="565" name="CustomShape 14"/>
            <p:cNvSpPr/>
            <p:nvPr/>
          </p:nvSpPr>
          <p:spPr>
            <a:xfrm>
              <a:off x="3044880" y="2443320"/>
              <a:ext cx="1294560" cy="92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1   0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0   1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dx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dy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1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oup 15"/>
            <p:cNvGrpSpPr/>
            <p:nvPr/>
          </p:nvGrpSpPr>
          <p:grpSpPr>
            <a:xfrm>
              <a:off x="4091040" y="2440800"/>
              <a:ext cx="152640" cy="1045440"/>
              <a:chOff x="4091040" y="2440800"/>
              <a:chExt cx="152640" cy="1045440"/>
            </a:xfrm>
          </p:grpSpPr>
          <p:sp>
            <p:nvSpPr>
              <p:cNvPr id="567" name="Line 16"/>
              <p:cNvSpPr/>
              <p:nvPr/>
            </p:nvSpPr>
            <p:spPr>
              <a:xfrm>
                <a:off x="4243320" y="2440800"/>
                <a:ext cx="360" cy="104508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Line 17"/>
              <p:cNvSpPr/>
              <p:nvPr/>
            </p:nvSpPr>
            <p:spPr>
              <a:xfrm flipH="1">
                <a:off x="4091040" y="2440800"/>
                <a:ext cx="152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Line 18"/>
              <p:cNvSpPr/>
              <p:nvPr/>
            </p:nvSpPr>
            <p:spPr>
              <a:xfrm>
                <a:off x="4091400" y="3485880"/>
                <a:ext cx="152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70" name="Group 19"/>
            <p:cNvGrpSpPr/>
            <p:nvPr/>
          </p:nvGrpSpPr>
          <p:grpSpPr>
            <a:xfrm>
              <a:off x="3099600" y="2440800"/>
              <a:ext cx="159120" cy="1045440"/>
              <a:chOff x="3099600" y="2440800"/>
              <a:chExt cx="159120" cy="1045440"/>
            </a:xfrm>
          </p:grpSpPr>
          <p:sp>
            <p:nvSpPr>
              <p:cNvPr id="571" name="Line 20"/>
              <p:cNvSpPr/>
              <p:nvPr/>
            </p:nvSpPr>
            <p:spPr>
              <a:xfrm>
                <a:off x="3099600" y="2440800"/>
                <a:ext cx="360" cy="104508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Line 21"/>
              <p:cNvSpPr/>
              <p:nvPr/>
            </p:nvSpPr>
            <p:spPr>
              <a:xfrm>
                <a:off x="3099600" y="2440800"/>
                <a:ext cx="1591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Line 22"/>
              <p:cNvSpPr/>
              <p:nvPr/>
            </p:nvSpPr>
            <p:spPr>
              <a:xfrm flipH="1">
                <a:off x="3099600" y="3485880"/>
                <a:ext cx="15912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4" name="CustomShape 23"/>
          <p:cNvSpPr/>
          <p:nvPr/>
        </p:nvSpPr>
        <p:spPr>
          <a:xfrm>
            <a:off x="5071680" y="3645000"/>
            <a:ext cx="1893600" cy="1008000"/>
          </a:xfrm>
          <a:custGeom>
            <a:avLst/>
            <a:gdLst>
              <a:gd name="textAreaLeft" fmla="*/ 0 w 1893600"/>
              <a:gd name="textAreaRight" fmla="*/ 1893960 w 1893600"/>
              <a:gd name="textAreaTop" fmla="*/ 0 h 1008000"/>
              <a:gd name="textAreaBottom" fmla="*/ 1008360 h 1008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 = x + Dx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y’ = y + Dy                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5" name="Group 1"/>
          <p:cNvGrpSpPr/>
          <p:nvPr/>
        </p:nvGrpSpPr>
        <p:grpSpPr>
          <a:xfrm>
            <a:off x="1907640" y="5085000"/>
            <a:ext cx="1599480" cy="1037520"/>
            <a:chOff x="1907640" y="5085000"/>
            <a:chExt cx="1599480" cy="1037520"/>
          </a:xfrm>
        </p:grpSpPr>
        <p:sp>
          <p:nvSpPr>
            <p:cNvPr id="576" name="CustomShape 2"/>
            <p:cNvSpPr/>
            <p:nvPr/>
          </p:nvSpPr>
          <p:spPr>
            <a:xfrm>
              <a:off x="1907640" y="5087880"/>
              <a:ext cx="1599480" cy="100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6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1    0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0    1    0 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Dx  Dy  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7" name="Group 3"/>
            <p:cNvGrpSpPr/>
            <p:nvPr/>
          </p:nvGrpSpPr>
          <p:grpSpPr>
            <a:xfrm>
              <a:off x="3199680" y="5085000"/>
              <a:ext cx="188640" cy="1037520"/>
              <a:chOff x="3199680" y="5085000"/>
              <a:chExt cx="188640" cy="1037520"/>
            </a:xfrm>
          </p:grpSpPr>
          <p:sp>
            <p:nvSpPr>
              <p:cNvPr id="578" name="Line 4"/>
              <p:cNvSpPr/>
              <p:nvPr/>
            </p:nvSpPr>
            <p:spPr>
              <a:xfrm>
                <a:off x="3387960" y="5085000"/>
                <a:ext cx="36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Line 5"/>
              <p:cNvSpPr/>
              <p:nvPr/>
            </p:nvSpPr>
            <p:spPr>
              <a:xfrm flipH="1">
                <a:off x="3199680" y="5085000"/>
                <a:ext cx="188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Line 6"/>
              <p:cNvSpPr/>
              <p:nvPr/>
            </p:nvSpPr>
            <p:spPr>
              <a:xfrm>
                <a:off x="3200040" y="6122160"/>
                <a:ext cx="188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1" name="Group 7"/>
            <p:cNvGrpSpPr/>
            <p:nvPr/>
          </p:nvGrpSpPr>
          <p:grpSpPr>
            <a:xfrm>
              <a:off x="1975320" y="5085000"/>
              <a:ext cx="196560" cy="1037520"/>
              <a:chOff x="1975320" y="5085000"/>
              <a:chExt cx="196560" cy="1037520"/>
            </a:xfrm>
          </p:grpSpPr>
          <p:sp>
            <p:nvSpPr>
              <p:cNvPr id="582" name="Line 8"/>
              <p:cNvSpPr/>
              <p:nvPr/>
            </p:nvSpPr>
            <p:spPr>
              <a:xfrm>
                <a:off x="1975320" y="5085000"/>
                <a:ext cx="36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3" name="Line 9"/>
              <p:cNvSpPr/>
              <p:nvPr/>
            </p:nvSpPr>
            <p:spPr>
              <a:xfrm>
                <a:off x="1975320" y="5085000"/>
                <a:ext cx="1965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4" name="Line 10"/>
              <p:cNvSpPr/>
              <p:nvPr/>
            </p:nvSpPr>
            <p:spPr>
              <a:xfrm flipH="1">
                <a:off x="1975320" y="6122160"/>
                <a:ext cx="1965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585" name="Group 1"/>
          <p:cNvGrpSpPr/>
          <p:nvPr/>
        </p:nvGrpSpPr>
        <p:grpSpPr>
          <a:xfrm>
            <a:off x="5575680" y="5026320"/>
            <a:ext cx="1599480" cy="1037520"/>
            <a:chOff x="5575680" y="5026320"/>
            <a:chExt cx="1599480" cy="1037520"/>
          </a:xfrm>
        </p:grpSpPr>
        <p:sp>
          <p:nvSpPr>
            <p:cNvPr id="586" name="CustomShape 2"/>
            <p:cNvSpPr/>
            <p:nvPr/>
          </p:nvSpPr>
          <p:spPr>
            <a:xfrm>
              <a:off x="5575680" y="5028840"/>
              <a:ext cx="1599480" cy="100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6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1     0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0     1     0 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-Dx  -Dy  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7" name="Group 3"/>
            <p:cNvGrpSpPr/>
            <p:nvPr/>
          </p:nvGrpSpPr>
          <p:grpSpPr>
            <a:xfrm>
              <a:off x="6867720" y="5026320"/>
              <a:ext cx="188640" cy="1037520"/>
              <a:chOff x="6867720" y="5026320"/>
              <a:chExt cx="188640" cy="1037520"/>
            </a:xfrm>
          </p:grpSpPr>
          <p:sp>
            <p:nvSpPr>
              <p:cNvPr id="588" name="Line 4"/>
              <p:cNvSpPr/>
              <p:nvPr/>
            </p:nvSpPr>
            <p:spPr>
              <a:xfrm>
                <a:off x="7056000" y="5026320"/>
                <a:ext cx="36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Line 5"/>
              <p:cNvSpPr/>
              <p:nvPr/>
            </p:nvSpPr>
            <p:spPr>
              <a:xfrm flipH="1">
                <a:off x="6867720" y="5026320"/>
                <a:ext cx="188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Line 6"/>
              <p:cNvSpPr/>
              <p:nvPr/>
            </p:nvSpPr>
            <p:spPr>
              <a:xfrm>
                <a:off x="6868080" y="6063480"/>
                <a:ext cx="188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91" name="Group 7"/>
            <p:cNvGrpSpPr/>
            <p:nvPr/>
          </p:nvGrpSpPr>
          <p:grpSpPr>
            <a:xfrm>
              <a:off x="5643360" y="5026320"/>
              <a:ext cx="196560" cy="1037520"/>
              <a:chOff x="5643360" y="5026320"/>
              <a:chExt cx="196560" cy="1037520"/>
            </a:xfrm>
          </p:grpSpPr>
          <p:sp>
            <p:nvSpPr>
              <p:cNvPr id="592" name="Line 8"/>
              <p:cNvSpPr/>
              <p:nvPr/>
            </p:nvSpPr>
            <p:spPr>
              <a:xfrm>
                <a:off x="5643360" y="5026320"/>
                <a:ext cx="36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Line 9"/>
              <p:cNvSpPr/>
              <p:nvPr/>
            </p:nvSpPr>
            <p:spPr>
              <a:xfrm>
                <a:off x="5643360" y="5026320"/>
                <a:ext cx="1965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Line 10"/>
              <p:cNvSpPr/>
              <p:nvPr/>
            </p:nvSpPr>
            <p:spPr>
              <a:xfrm flipH="1">
                <a:off x="5643360" y="6063480"/>
                <a:ext cx="1965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5" name="CustomShape 11"/>
          <p:cNvSpPr/>
          <p:nvPr/>
        </p:nvSpPr>
        <p:spPr>
          <a:xfrm>
            <a:off x="1259640" y="5392800"/>
            <a:ext cx="555120" cy="398160"/>
          </a:xfrm>
          <a:custGeom>
            <a:avLst/>
            <a:gdLst>
              <a:gd name="textAreaLeft" fmla="*/ 0 w 555120"/>
              <a:gd name="textAreaRight" fmla="*/ 555480 w 555120"/>
              <a:gd name="textAreaTop" fmla="*/ 0 h 398160"/>
              <a:gd name="textAreaBottom" fmla="*/ 398520 h 39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CustomShape 11"/>
          <p:cNvSpPr/>
          <p:nvPr/>
        </p:nvSpPr>
        <p:spPr>
          <a:xfrm>
            <a:off x="4668840" y="5343840"/>
            <a:ext cx="806040" cy="401760"/>
          </a:xfrm>
          <a:custGeom>
            <a:avLst/>
            <a:gdLst>
              <a:gd name="textAreaLeft" fmla="*/ 0 w 806040"/>
              <a:gd name="textAreaRight" fmla="*/ 806400 w 806040"/>
              <a:gd name="textAreaTop" fmla="*/ 0 h 401760"/>
              <a:gd name="textAreaBottom" fmla="*/ 402120 h 4017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 </a:t>
            </a:r>
            <a:r>
              <a:rPr lang="en-US" sz="2000" b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roup 1"/>
          <p:cNvGrpSpPr/>
          <p:nvPr/>
        </p:nvGrpSpPr>
        <p:grpSpPr>
          <a:xfrm>
            <a:off x="2871720" y="1760400"/>
            <a:ext cx="1599480" cy="1037520"/>
            <a:chOff x="2871720" y="1760400"/>
            <a:chExt cx="1599480" cy="1037520"/>
          </a:xfrm>
        </p:grpSpPr>
        <p:sp>
          <p:nvSpPr>
            <p:cNvPr id="598" name="CustomShape 2"/>
            <p:cNvSpPr/>
            <p:nvPr/>
          </p:nvSpPr>
          <p:spPr>
            <a:xfrm>
              <a:off x="2871720" y="1762920"/>
              <a:ext cx="1599480" cy="100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6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1    0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0    1    0 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Dx  Dy  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9" name="Group 3"/>
            <p:cNvGrpSpPr/>
            <p:nvPr/>
          </p:nvGrpSpPr>
          <p:grpSpPr>
            <a:xfrm>
              <a:off x="4163760" y="1760400"/>
              <a:ext cx="188640" cy="1037520"/>
              <a:chOff x="4163760" y="1760400"/>
              <a:chExt cx="188640" cy="1037520"/>
            </a:xfrm>
          </p:grpSpPr>
          <p:sp>
            <p:nvSpPr>
              <p:cNvPr id="600" name="Line 4"/>
              <p:cNvSpPr/>
              <p:nvPr/>
            </p:nvSpPr>
            <p:spPr>
              <a:xfrm>
                <a:off x="4352040" y="1760400"/>
                <a:ext cx="36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Line 5"/>
              <p:cNvSpPr/>
              <p:nvPr/>
            </p:nvSpPr>
            <p:spPr>
              <a:xfrm flipH="1">
                <a:off x="4163760" y="1760400"/>
                <a:ext cx="188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Line 6"/>
              <p:cNvSpPr/>
              <p:nvPr/>
            </p:nvSpPr>
            <p:spPr>
              <a:xfrm>
                <a:off x="4164120" y="2797560"/>
                <a:ext cx="188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03" name="Group 7"/>
            <p:cNvGrpSpPr/>
            <p:nvPr/>
          </p:nvGrpSpPr>
          <p:grpSpPr>
            <a:xfrm>
              <a:off x="2939400" y="1760400"/>
              <a:ext cx="196560" cy="1037520"/>
              <a:chOff x="2939400" y="1760400"/>
              <a:chExt cx="196560" cy="1037520"/>
            </a:xfrm>
          </p:grpSpPr>
          <p:sp>
            <p:nvSpPr>
              <p:cNvPr id="604" name="Line 8"/>
              <p:cNvSpPr/>
              <p:nvPr/>
            </p:nvSpPr>
            <p:spPr>
              <a:xfrm>
                <a:off x="2939400" y="1760400"/>
                <a:ext cx="36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Line 9"/>
              <p:cNvSpPr/>
              <p:nvPr/>
            </p:nvSpPr>
            <p:spPr>
              <a:xfrm>
                <a:off x="2939400" y="1760400"/>
                <a:ext cx="1965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Line 10"/>
              <p:cNvSpPr/>
              <p:nvPr/>
            </p:nvSpPr>
            <p:spPr>
              <a:xfrm flipH="1">
                <a:off x="2939400" y="2797560"/>
                <a:ext cx="1965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07" name="CustomShape 11"/>
          <p:cNvSpPr/>
          <p:nvPr/>
        </p:nvSpPr>
        <p:spPr>
          <a:xfrm>
            <a:off x="2272320" y="2055960"/>
            <a:ext cx="555120" cy="398160"/>
          </a:xfrm>
          <a:custGeom>
            <a:avLst/>
            <a:gdLst>
              <a:gd name="textAreaLeft" fmla="*/ 0 w 555120"/>
              <a:gd name="textAreaRight" fmla="*/ 555480 w 555120"/>
              <a:gd name="textAreaTop" fmla="*/ 0 h 398160"/>
              <a:gd name="textAreaBottom" fmla="*/ 398520 h 398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Shape 12"/>
          <p:cNvSpPr/>
          <p:nvPr/>
        </p:nvSpPr>
        <p:spPr>
          <a:xfrm>
            <a:off x="914400" y="202680"/>
            <a:ext cx="822924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2000"/>
            </a:b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9" name="Group 13"/>
          <p:cNvGrpSpPr/>
          <p:nvPr/>
        </p:nvGrpSpPr>
        <p:grpSpPr>
          <a:xfrm>
            <a:off x="2781360" y="3382920"/>
            <a:ext cx="2576880" cy="1137600"/>
            <a:chOff x="2781360" y="3382920"/>
            <a:chExt cx="2576880" cy="1137600"/>
          </a:xfrm>
        </p:grpSpPr>
        <p:sp>
          <p:nvSpPr>
            <p:cNvPr id="610" name="CustomShape 14"/>
            <p:cNvSpPr/>
            <p:nvPr/>
          </p:nvSpPr>
          <p:spPr>
            <a:xfrm>
              <a:off x="2781360" y="3385800"/>
              <a:ext cx="2576880" cy="100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cos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sin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0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- sin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cos </a:t>
              </a:r>
              <a:r>
                <a:rPr lang="el-GR" sz="20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  0       0       1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1" name="Group 15"/>
            <p:cNvGrpSpPr/>
            <p:nvPr/>
          </p:nvGrpSpPr>
          <p:grpSpPr>
            <a:xfrm>
              <a:off x="4569840" y="3382920"/>
              <a:ext cx="260640" cy="1137600"/>
              <a:chOff x="4569840" y="3382920"/>
              <a:chExt cx="260640" cy="1137600"/>
            </a:xfrm>
          </p:grpSpPr>
          <p:sp>
            <p:nvSpPr>
              <p:cNvPr id="612" name="Line 16"/>
              <p:cNvSpPr/>
              <p:nvPr/>
            </p:nvSpPr>
            <p:spPr>
              <a:xfrm>
                <a:off x="4830120" y="3382920"/>
                <a:ext cx="360" cy="11372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Line 17"/>
              <p:cNvSpPr/>
              <p:nvPr/>
            </p:nvSpPr>
            <p:spPr>
              <a:xfrm flipH="1">
                <a:off x="4569840" y="3382920"/>
                <a:ext cx="260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4" name="Line 18"/>
              <p:cNvSpPr/>
              <p:nvPr/>
            </p:nvSpPr>
            <p:spPr>
              <a:xfrm>
                <a:off x="4570200" y="4520160"/>
                <a:ext cx="2602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15" name="Group 19"/>
            <p:cNvGrpSpPr/>
            <p:nvPr/>
          </p:nvGrpSpPr>
          <p:grpSpPr>
            <a:xfrm>
              <a:off x="2875320" y="3382920"/>
              <a:ext cx="272160" cy="1137600"/>
              <a:chOff x="2875320" y="3382920"/>
              <a:chExt cx="272160" cy="1137600"/>
            </a:xfrm>
          </p:grpSpPr>
          <p:sp>
            <p:nvSpPr>
              <p:cNvPr id="616" name="Line 20"/>
              <p:cNvSpPr/>
              <p:nvPr/>
            </p:nvSpPr>
            <p:spPr>
              <a:xfrm>
                <a:off x="2875320" y="3382920"/>
                <a:ext cx="360" cy="11372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Line 21"/>
              <p:cNvSpPr/>
              <p:nvPr/>
            </p:nvSpPr>
            <p:spPr>
              <a:xfrm>
                <a:off x="2875320" y="3382920"/>
                <a:ext cx="2721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Line 22"/>
              <p:cNvSpPr/>
              <p:nvPr/>
            </p:nvSpPr>
            <p:spPr>
              <a:xfrm flipH="1">
                <a:off x="2875320" y="4520160"/>
                <a:ext cx="27216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19" name="CustomShape 23"/>
          <p:cNvSpPr/>
          <p:nvPr/>
        </p:nvSpPr>
        <p:spPr>
          <a:xfrm>
            <a:off x="2283840" y="3670200"/>
            <a:ext cx="542880" cy="367560"/>
          </a:xfrm>
          <a:custGeom>
            <a:avLst/>
            <a:gdLst>
              <a:gd name="textAreaLeft" fmla="*/ 0 w 542880"/>
              <a:gd name="textAreaRight" fmla="*/ 543240 w 54288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 =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0" name="Group 24"/>
          <p:cNvGrpSpPr/>
          <p:nvPr/>
        </p:nvGrpSpPr>
        <p:grpSpPr>
          <a:xfrm>
            <a:off x="2857680" y="5087880"/>
            <a:ext cx="1400760" cy="925200"/>
            <a:chOff x="2857680" y="5087880"/>
            <a:chExt cx="1400760" cy="925200"/>
          </a:xfrm>
        </p:grpSpPr>
        <p:sp>
          <p:nvSpPr>
            <p:cNvPr id="621" name="CustomShape 25"/>
            <p:cNvSpPr/>
            <p:nvPr/>
          </p:nvSpPr>
          <p:spPr>
            <a:xfrm>
              <a:off x="2857680" y="5090040"/>
              <a:ext cx="1400760" cy="91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Sx   0 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Sy  0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0   0    1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2" name="Group 26"/>
            <p:cNvGrpSpPr/>
            <p:nvPr/>
          </p:nvGrpSpPr>
          <p:grpSpPr>
            <a:xfrm>
              <a:off x="3989880" y="5087880"/>
              <a:ext cx="165240" cy="925200"/>
              <a:chOff x="3989880" y="5087880"/>
              <a:chExt cx="165240" cy="925200"/>
            </a:xfrm>
          </p:grpSpPr>
          <p:sp>
            <p:nvSpPr>
              <p:cNvPr id="623" name="Line 27"/>
              <p:cNvSpPr/>
              <p:nvPr/>
            </p:nvSpPr>
            <p:spPr>
              <a:xfrm>
                <a:off x="4154760" y="5087880"/>
                <a:ext cx="360" cy="9248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Line 28"/>
              <p:cNvSpPr/>
              <p:nvPr/>
            </p:nvSpPr>
            <p:spPr>
              <a:xfrm flipH="1">
                <a:off x="3989880" y="5087880"/>
                <a:ext cx="1648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5" name="Line 29"/>
              <p:cNvSpPr/>
              <p:nvPr/>
            </p:nvSpPr>
            <p:spPr>
              <a:xfrm>
                <a:off x="3989880" y="6012720"/>
                <a:ext cx="1648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26" name="Group 30"/>
            <p:cNvGrpSpPr/>
            <p:nvPr/>
          </p:nvGrpSpPr>
          <p:grpSpPr>
            <a:xfrm>
              <a:off x="2917080" y="5087880"/>
              <a:ext cx="172080" cy="925200"/>
              <a:chOff x="2917080" y="5087880"/>
              <a:chExt cx="172080" cy="925200"/>
            </a:xfrm>
          </p:grpSpPr>
          <p:sp>
            <p:nvSpPr>
              <p:cNvPr id="627" name="Line 31"/>
              <p:cNvSpPr/>
              <p:nvPr/>
            </p:nvSpPr>
            <p:spPr>
              <a:xfrm>
                <a:off x="2917080" y="5087880"/>
                <a:ext cx="360" cy="9248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Line 32"/>
              <p:cNvSpPr/>
              <p:nvPr/>
            </p:nvSpPr>
            <p:spPr>
              <a:xfrm>
                <a:off x="2917080" y="5087880"/>
                <a:ext cx="1720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Line 33"/>
              <p:cNvSpPr/>
              <p:nvPr/>
            </p:nvSpPr>
            <p:spPr>
              <a:xfrm flipH="1">
                <a:off x="2917080" y="6012720"/>
                <a:ext cx="172080" cy="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 anchorCtr="1">
                <a:noAutofit/>
              </a:bodyPr>
              <a:p>
                <a:endParaRPr lang="ru-RU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30" name="CustomShape 34"/>
          <p:cNvSpPr/>
          <p:nvPr/>
        </p:nvSpPr>
        <p:spPr>
          <a:xfrm>
            <a:off x="2207520" y="5268960"/>
            <a:ext cx="531000" cy="367920"/>
          </a:xfrm>
          <a:custGeom>
            <a:avLst/>
            <a:gdLst>
              <a:gd name="textAreaLeft" fmla="*/ 0 w 531000"/>
              <a:gd name="textAreaRight" fmla="*/ 531360 w 53100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 =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Line 1"/>
          <p:cNvSpPr/>
          <p:nvPr/>
        </p:nvSpPr>
        <p:spPr>
          <a:xfrm>
            <a:off x="4813200" y="3022560"/>
            <a:ext cx="314964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Line 2"/>
          <p:cNvSpPr/>
          <p:nvPr/>
        </p:nvSpPr>
        <p:spPr>
          <a:xfrm flipV="1">
            <a:off x="5448240" y="1447560"/>
            <a:ext cx="360" cy="223524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CustomShape 3"/>
          <p:cNvSpPr/>
          <p:nvPr/>
        </p:nvSpPr>
        <p:spPr>
          <a:xfrm>
            <a:off x="1709640" y="1962000"/>
            <a:ext cx="2233080" cy="825120"/>
          </a:xfrm>
          <a:custGeom>
            <a:avLst/>
            <a:gdLst>
              <a:gd name="textAreaLeft" fmla="*/ 0 w 2233080"/>
              <a:gd name="textAreaRight" fmla="*/ 2233440 w 2233080"/>
              <a:gd name="textAreaTop" fmla="*/ 0 h 825120"/>
              <a:gd name="textAreaBottom" fmla="*/ 825480 h 8251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x’ = x + y*ctg 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y’ = y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CustomShape 4"/>
          <p:cNvSpPr/>
          <p:nvPr/>
        </p:nvSpPr>
        <p:spPr>
          <a:xfrm>
            <a:off x="1843200" y="3897360"/>
            <a:ext cx="1780560" cy="1190520"/>
          </a:xfrm>
          <a:custGeom>
            <a:avLst/>
            <a:gdLst>
              <a:gd name="textAreaLeft" fmla="*/ 0 w 1780560"/>
              <a:gd name="textAreaRight" fmla="*/ 1780920 w 1780560"/>
              <a:gd name="textAreaTop" fmla="*/ 0 h 1190520"/>
              <a:gd name="textAreaBottom" fmla="*/ 1190880 h 11905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0     0 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ctg 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1     0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0        0     1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CustomShape 5"/>
          <p:cNvSpPr/>
          <p:nvPr/>
        </p:nvSpPr>
        <p:spPr>
          <a:xfrm>
            <a:off x="1971720" y="3470400"/>
            <a:ext cx="1523520" cy="459000"/>
          </a:xfrm>
          <a:custGeom>
            <a:avLst/>
            <a:gdLst>
              <a:gd name="textAreaLeft" fmla="*/ 0 w 1523520"/>
              <a:gd name="textAreaRight" fmla="*/ 1523880 w 152352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CustomShape 6"/>
          <p:cNvSpPr/>
          <p:nvPr/>
        </p:nvSpPr>
        <p:spPr>
          <a:xfrm>
            <a:off x="1971720" y="5027040"/>
            <a:ext cx="1498320" cy="824760"/>
          </a:xfrm>
          <a:custGeom>
            <a:avLst/>
            <a:gdLst>
              <a:gd name="textAreaLeft" fmla="*/ 0 w 1498320"/>
              <a:gd name="textAreaRight" fmla="*/ 1498680 w 1498320"/>
              <a:gd name="textAreaTop" fmla="*/ 0 h 824760"/>
              <a:gd name="textAreaBottom" fmla="*/ 825120 h 8247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CustomShape 7"/>
          <p:cNvSpPr/>
          <p:nvPr/>
        </p:nvSpPr>
        <p:spPr>
          <a:xfrm>
            <a:off x="1068480" y="4300560"/>
            <a:ext cx="599400" cy="459000"/>
          </a:xfrm>
          <a:custGeom>
            <a:avLst/>
            <a:gdLst>
              <a:gd name="textAreaLeft" fmla="*/ 0 w 599400"/>
              <a:gd name="textAreaRight" fmla="*/ 599760 w 59940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 =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CustomShape 8"/>
          <p:cNvSpPr/>
          <p:nvPr/>
        </p:nvSpPr>
        <p:spPr>
          <a:xfrm>
            <a:off x="914400" y="-20952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Двумерные геометрические (аффинные)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Скос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CustomShape 9"/>
          <p:cNvSpPr/>
          <p:nvPr/>
        </p:nvSpPr>
        <p:spPr>
          <a:xfrm>
            <a:off x="7683840" y="31226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CustomShape 10"/>
          <p:cNvSpPr/>
          <p:nvPr/>
        </p:nvSpPr>
        <p:spPr>
          <a:xfrm>
            <a:off x="4946760" y="144936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CustomShape 11"/>
          <p:cNvSpPr/>
          <p:nvPr/>
        </p:nvSpPr>
        <p:spPr>
          <a:xfrm>
            <a:off x="5116320" y="302256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CustomShape 12"/>
          <p:cNvSpPr/>
          <p:nvPr/>
        </p:nvSpPr>
        <p:spPr>
          <a:xfrm>
            <a:off x="5956200" y="1854360"/>
            <a:ext cx="1320480" cy="1167840"/>
          </a:xfrm>
          <a:custGeom>
            <a:avLst/>
            <a:gdLst>
              <a:gd name="textAreaLeft" fmla="*/ 0 w 1320480"/>
              <a:gd name="textAreaRight" fmla="*/ 1320840 w 1320480"/>
              <a:gd name="textAreaTop" fmla="*/ 0 h 1167840"/>
              <a:gd name="textAreaBottom" fmla="*/ 1168200 h 1167840"/>
            </a:gdLst>
            <a:ahLst/>
            <a:cxnLst/>
            <a:rect l="textAreaLeft" t="textAreaTop" r="textAreaRight" b="textAreaBottom"/>
            <a:pathLst>
              <a:path w="3670" h="3247">
                <a:moveTo>
                  <a:pt x="70" y="0"/>
                </a:moveTo>
                <a:lnTo>
                  <a:pt x="3669" y="0"/>
                </a:lnTo>
                <a:lnTo>
                  <a:pt x="3599" y="3246"/>
                </a:lnTo>
                <a:lnTo>
                  <a:pt x="0" y="3246"/>
                </a:lnTo>
                <a:lnTo>
                  <a:pt x="70" y="0"/>
                </a:lnTo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Line 13"/>
          <p:cNvSpPr/>
          <p:nvPr/>
        </p:nvSpPr>
        <p:spPr>
          <a:xfrm>
            <a:off x="4800600" y="5765760"/>
            <a:ext cx="314964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Line 14"/>
          <p:cNvSpPr/>
          <p:nvPr/>
        </p:nvSpPr>
        <p:spPr>
          <a:xfrm flipV="1">
            <a:off x="5435640" y="4190760"/>
            <a:ext cx="360" cy="223524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CustomShape 15"/>
          <p:cNvSpPr/>
          <p:nvPr/>
        </p:nvSpPr>
        <p:spPr>
          <a:xfrm>
            <a:off x="7670880" y="58658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CustomShape 16"/>
          <p:cNvSpPr/>
          <p:nvPr/>
        </p:nvSpPr>
        <p:spPr>
          <a:xfrm>
            <a:off x="4934160" y="419256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CustomShape 17"/>
          <p:cNvSpPr/>
          <p:nvPr/>
        </p:nvSpPr>
        <p:spPr>
          <a:xfrm>
            <a:off x="5103720" y="576576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CustomShape 18"/>
          <p:cNvSpPr/>
          <p:nvPr/>
        </p:nvSpPr>
        <p:spPr>
          <a:xfrm>
            <a:off x="5943600" y="4572000"/>
            <a:ext cx="1777680" cy="1193400"/>
          </a:xfrm>
          <a:custGeom>
            <a:avLst/>
            <a:gdLst>
              <a:gd name="textAreaLeft" fmla="*/ 0 w 1777680"/>
              <a:gd name="textAreaRight" fmla="*/ 1778040 w 1777680"/>
              <a:gd name="textAreaTop" fmla="*/ 0 h 1193400"/>
              <a:gd name="textAreaBottom" fmla="*/ 1193760 h 1193400"/>
            </a:gdLst>
            <a:ahLst/>
            <a:cxnLst/>
            <a:rect l="textAreaLeft" t="textAreaTop" r="textAreaRight" b="textAreaBottom"/>
            <a:pathLst>
              <a:path w="4941" h="3318">
                <a:moveTo>
                  <a:pt x="1425" y="0"/>
                </a:moveTo>
                <a:lnTo>
                  <a:pt x="4940" y="0"/>
                </a:lnTo>
                <a:lnTo>
                  <a:pt x="3514" y="3317"/>
                </a:lnTo>
                <a:lnTo>
                  <a:pt x="0" y="3317"/>
                </a:lnTo>
                <a:lnTo>
                  <a:pt x="1425" y="0"/>
                </a:lnTo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Line 2"/>
          <p:cNvSpPr/>
          <p:nvPr/>
        </p:nvSpPr>
        <p:spPr>
          <a:xfrm flipV="1">
            <a:off x="4591440" y="3442320"/>
            <a:ext cx="711360" cy="50796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CustomShape 3"/>
          <p:cNvSpPr/>
          <p:nvPr/>
        </p:nvSpPr>
        <p:spPr>
          <a:xfrm>
            <a:off x="914400" y="-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CDA205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Сложные аффинные преобразования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Line 4"/>
          <p:cNvSpPr/>
          <p:nvPr/>
        </p:nvSpPr>
        <p:spPr>
          <a:xfrm flipV="1">
            <a:off x="3402360" y="2348280"/>
            <a:ext cx="360" cy="201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Line 5"/>
          <p:cNvSpPr/>
          <p:nvPr/>
        </p:nvSpPr>
        <p:spPr>
          <a:xfrm>
            <a:off x="3402360" y="4365000"/>
            <a:ext cx="222876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CustomShape 6"/>
          <p:cNvSpPr/>
          <p:nvPr/>
        </p:nvSpPr>
        <p:spPr>
          <a:xfrm>
            <a:off x="5302800" y="43682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Line 8"/>
          <p:cNvSpPr/>
          <p:nvPr/>
        </p:nvSpPr>
        <p:spPr>
          <a:xfrm flipH="1" flipV="1">
            <a:off x="4189320" y="3323160"/>
            <a:ext cx="390600" cy="609480"/>
          </a:xfrm>
          <a:prstGeom prst="line">
            <a:avLst/>
          </a:prstGeom>
          <a:ln w="255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CustomShape 9"/>
          <p:cNvSpPr/>
          <p:nvPr/>
        </p:nvSpPr>
        <p:spPr>
          <a:xfrm>
            <a:off x="3116520" y="429336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CustomShape 10"/>
          <p:cNvSpPr/>
          <p:nvPr/>
        </p:nvSpPr>
        <p:spPr>
          <a:xfrm>
            <a:off x="4678920" y="379656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CustomShape 11"/>
          <p:cNvSpPr/>
          <p:nvPr/>
        </p:nvSpPr>
        <p:spPr>
          <a:xfrm>
            <a:off x="4545360" y="389988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CustomShape 12"/>
          <p:cNvSpPr/>
          <p:nvPr/>
        </p:nvSpPr>
        <p:spPr>
          <a:xfrm>
            <a:off x="5351760" y="328860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CustomShape 13"/>
          <p:cNvSpPr/>
          <p:nvPr/>
        </p:nvSpPr>
        <p:spPr>
          <a:xfrm>
            <a:off x="5244120" y="340452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CustomShape 14"/>
          <p:cNvSpPr/>
          <p:nvPr/>
        </p:nvSpPr>
        <p:spPr>
          <a:xfrm>
            <a:off x="4126320" y="3264840"/>
            <a:ext cx="93240" cy="932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Line 15"/>
          <p:cNvSpPr/>
          <p:nvPr/>
        </p:nvSpPr>
        <p:spPr>
          <a:xfrm flipH="1" flipV="1">
            <a:off x="4629240" y="3633120"/>
            <a:ext cx="127080" cy="1778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Line 16"/>
          <p:cNvSpPr/>
          <p:nvPr/>
        </p:nvSpPr>
        <p:spPr>
          <a:xfrm flipV="1">
            <a:off x="4477320" y="3645720"/>
            <a:ext cx="15228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CustomShape 80"/>
          <p:cNvSpPr/>
          <p:nvPr/>
        </p:nvSpPr>
        <p:spPr>
          <a:xfrm>
            <a:off x="3505680" y="208512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Line 1"/>
          <p:cNvSpPr/>
          <p:nvPr/>
        </p:nvSpPr>
        <p:spPr>
          <a:xfrm flipH="1" flipV="1">
            <a:off x="3801600" y="5646600"/>
            <a:ext cx="390600" cy="60984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CustomShape 3"/>
          <p:cNvSpPr/>
          <p:nvPr/>
        </p:nvSpPr>
        <p:spPr>
          <a:xfrm>
            <a:off x="914400" y="-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CDA205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Сложные аффинные преобразования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Line 17"/>
          <p:cNvSpPr/>
          <p:nvPr/>
        </p:nvSpPr>
        <p:spPr>
          <a:xfrm flipV="1">
            <a:off x="4788000" y="2641320"/>
            <a:ext cx="711000" cy="50796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Line 18"/>
          <p:cNvSpPr/>
          <p:nvPr/>
        </p:nvSpPr>
        <p:spPr>
          <a:xfrm flipV="1">
            <a:off x="3598920" y="1547280"/>
            <a:ext cx="360" cy="201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Line 19"/>
          <p:cNvSpPr/>
          <p:nvPr/>
        </p:nvSpPr>
        <p:spPr>
          <a:xfrm>
            <a:off x="3598920" y="3564000"/>
            <a:ext cx="230508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CustomShape 20"/>
          <p:cNvSpPr/>
          <p:nvPr/>
        </p:nvSpPr>
        <p:spPr>
          <a:xfrm>
            <a:off x="5499360" y="35164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CustomShape 21"/>
          <p:cNvSpPr/>
          <p:nvPr/>
        </p:nvSpPr>
        <p:spPr>
          <a:xfrm>
            <a:off x="3664080" y="13352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CustomShape 22"/>
          <p:cNvSpPr/>
          <p:nvPr/>
        </p:nvSpPr>
        <p:spPr>
          <a:xfrm>
            <a:off x="3313080" y="349236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CustomShape 23"/>
          <p:cNvSpPr/>
          <p:nvPr/>
        </p:nvSpPr>
        <p:spPr>
          <a:xfrm>
            <a:off x="5433840" y="261468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CustomShape 24"/>
          <p:cNvSpPr/>
          <p:nvPr/>
        </p:nvSpPr>
        <p:spPr>
          <a:xfrm>
            <a:off x="4741920" y="309888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CustomShape 25"/>
          <p:cNvSpPr/>
          <p:nvPr/>
        </p:nvSpPr>
        <p:spPr>
          <a:xfrm>
            <a:off x="4836960" y="309708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CustomShape 26"/>
          <p:cNvSpPr/>
          <p:nvPr/>
        </p:nvSpPr>
        <p:spPr>
          <a:xfrm>
            <a:off x="5440320" y="260352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Line 27"/>
          <p:cNvSpPr/>
          <p:nvPr/>
        </p:nvSpPr>
        <p:spPr>
          <a:xfrm flipH="1">
            <a:off x="3619440" y="3149640"/>
            <a:ext cx="1168560" cy="3808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Line 28"/>
          <p:cNvSpPr/>
          <p:nvPr/>
        </p:nvSpPr>
        <p:spPr>
          <a:xfrm flipV="1">
            <a:off x="6392880" y="1560600"/>
            <a:ext cx="36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Line 29"/>
          <p:cNvSpPr/>
          <p:nvPr/>
        </p:nvSpPr>
        <p:spPr>
          <a:xfrm>
            <a:off x="6392880" y="3576600"/>
            <a:ext cx="230508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CustomShape 30"/>
          <p:cNvSpPr/>
          <p:nvPr/>
        </p:nvSpPr>
        <p:spPr>
          <a:xfrm>
            <a:off x="8649000" y="35290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CustomShape 31"/>
          <p:cNvSpPr/>
          <p:nvPr/>
        </p:nvSpPr>
        <p:spPr>
          <a:xfrm>
            <a:off x="6521760" y="13604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CustomShape 32"/>
          <p:cNvSpPr/>
          <p:nvPr/>
        </p:nvSpPr>
        <p:spPr>
          <a:xfrm>
            <a:off x="6107040" y="350532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CustomShape 33"/>
          <p:cNvSpPr/>
          <p:nvPr/>
        </p:nvSpPr>
        <p:spPr>
          <a:xfrm>
            <a:off x="7148520" y="285588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CustomShape 34"/>
          <p:cNvSpPr/>
          <p:nvPr/>
        </p:nvSpPr>
        <p:spPr>
          <a:xfrm>
            <a:off x="6576840" y="338940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Line 35"/>
          <p:cNvSpPr/>
          <p:nvPr/>
        </p:nvSpPr>
        <p:spPr>
          <a:xfrm flipV="1">
            <a:off x="6388200" y="3060360"/>
            <a:ext cx="711000" cy="50796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CustomShape 36"/>
          <p:cNvSpPr/>
          <p:nvPr/>
        </p:nvSpPr>
        <p:spPr>
          <a:xfrm>
            <a:off x="6342120" y="351792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CustomShape 37"/>
          <p:cNvSpPr/>
          <p:nvPr/>
        </p:nvSpPr>
        <p:spPr>
          <a:xfrm>
            <a:off x="7040520" y="302256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CustomShape 38"/>
          <p:cNvSpPr/>
          <p:nvPr/>
        </p:nvSpPr>
        <p:spPr>
          <a:xfrm>
            <a:off x="4049640" y="2871720"/>
            <a:ext cx="366120" cy="459000"/>
          </a:xfrm>
          <a:custGeom>
            <a:avLst/>
            <a:gdLst>
              <a:gd name="textAreaLeft" fmla="*/ 0 w 366120"/>
              <a:gd name="textAreaRight" fmla="*/ 366480 w 36612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Line 39"/>
          <p:cNvSpPr/>
          <p:nvPr/>
        </p:nvSpPr>
        <p:spPr>
          <a:xfrm flipV="1">
            <a:off x="1452600" y="4253040"/>
            <a:ext cx="36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Line 40"/>
          <p:cNvSpPr/>
          <p:nvPr/>
        </p:nvSpPr>
        <p:spPr>
          <a:xfrm>
            <a:off x="906480" y="6269040"/>
            <a:ext cx="184788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CustomShape 41"/>
          <p:cNvSpPr/>
          <p:nvPr/>
        </p:nvSpPr>
        <p:spPr>
          <a:xfrm>
            <a:off x="2337120" y="622152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CustomShape 42"/>
          <p:cNvSpPr/>
          <p:nvPr/>
        </p:nvSpPr>
        <p:spPr>
          <a:xfrm>
            <a:off x="1581480" y="40528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CustomShape 43"/>
          <p:cNvSpPr/>
          <p:nvPr/>
        </p:nvSpPr>
        <p:spPr>
          <a:xfrm>
            <a:off x="1166760" y="619776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CustomShape 44"/>
          <p:cNvSpPr/>
          <p:nvPr/>
        </p:nvSpPr>
        <p:spPr>
          <a:xfrm>
            <a:off x="2106720" y="577692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CustomShape 45"/>
          <p:cNvSpPr/>
          <p:nvPr/>
        </p:nvSpPr>
        <p:spPr>
          <a:xfrm>
            <a:off x="1509840" y="625968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Line 46"/>
          <p:cNvSpPr/>
          <p:nvPr/>
        </p:nvSpPr>
        <p:spPr>
          <a:xfrm flipV="1">
            <a:off x="1447920" y="5752800"/>
            <a:ext cx="711000" cy="50796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CustomShape 47"/>
          <p:cNvSpPr/>
          <p:nvPr/>
        </p:nvSpPr>
        <p:spPr>
          <a:xfrm>
            <a:off x="1401840" y="621036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CustomShape 48"/>
          <p:cNvSpPr/>
          <p:nvPr/>
        </p:nvSpPr>
        <p:spPr>
          <a:xfrm>
            <a:off x="2100240" y="571500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Line 49"/>
          <p:cNvSpPr/>
          <p:nvPr/>
        </p:nvSpPr>
        <p:spPr>
          <a:xfrm flipH="1" flipV="1">
            <a:off x="1058400" y="5633640"/>
            <a:ext cx="390600" cy="609480"/>
          </a:xfrm>
          <a:prstGeom prst="line">
            <a:avLst/>
          </a:prstGeom>
          <a:ln w="255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CustomShape 50"/>
          <p:cNvSpPr/>
          <p:nvPr/>
        </p:nvSpPr>
        <p:spPr>
          <a:xfrm>
            <a:off x="995400" y="5575320"/>
            <a:ext cx="93240" cy="932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Line 51"/>
          <p:cNvSpPr/>
          <p:nvPr/>
        </p:nvSpPr>
        <p:spPr>
          <a:xfrm flipH="1" flipV="1">
            <a:off x="1498320" y="5943600"/>
            <a:ext cx="127080" cy="1778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Line 52"/>
          <p:cNvSpPr/>
          <p:nvPr/>
        </p:nvSpPr>
        <p:spPr>
          <a:xfrm flipV="1">
            <a:off x="1346040" y="5955840"/>
            <a:ext cx="152640" cy="1018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Line 53"/>
          <p:cNvSpPr/>
          <p:nvPr/>
        </p:nvSpPr>
        <p:spPr>
          <a:xfrm flipV="1">
            <a:off x="4195800" y="4265640"/>
            <a:ext cx="36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Line 54"/>
          <p:cNvSpPr/>
          <p:nvPr/>
        </p:nvSpPr>
        <p:spPr>
          <a:xfrm>
            <a:off x="3649680" y="6281640"/>
            <a:ext cx="184788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CustomShape 55"/>
          <p:cNvSpPr/>
          <p:nvPr/>
        </p:nvSpPr>
        <p:spPr>
          <a:xfrm>
            <a:off x="5131080" y="62596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CustomShape 56"/>
          <p:cNvSpPr/>
          <p:nvPr/>
        </p:nvSpPr>
        <p:spPr>
          <a:xfrm>
            <a:off x="4324680" y="40654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CustomShape 57"/>
          <p:cNvSpPr/>
          <p:nvPr/>
        </p:nvSpPr>
        <p:spPr>
          <a:xfrm>
            <a:off x="3909960" y="621036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CustomShape 58"/>
          <p:cNvSpPr/>
          <p:nvPr/>
        </p:nvSpPr>
        <p:spPr>
          <a:xfrm>
            <a:off x="3351240" y="558648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CustomShape 59"/>
          <p:cNvSpPr/>
          <p:nvPr/>
        </p:nvSpPr>
        <p:spPr>
          <a:xfrm>
            <a:off x="4201920" y="632304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CustomShape 60"/>
          <p:cNvSpPr/>
          <p:nvPr/>
        </p:nvSpPr>
        <p:spPr>
          <a:xfrm>
            <a:off x="4145040" y="622296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CustomShape 61"/>
          <p:cNvSpPr/>
          <p:nvPr/>
        </p:nvSpPr>
        <p:spPr>
          <a:xfrm>
            <a:off x="3738600" y="5587920"/>
            <a:ext cx="93240" cy="93240"/>
          </a:xfrm>
          <a:prstGeom prst="ellipse">
            <a:avLst/>
          </a:prstGeom>
          <a:solidFill>
            <a:srgbClr val="00FF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CustomShape 62"/>
          <p:cNvSpPr/>
          <p:nvPr/>
        </p:nvSpPr>
        <p:spPr>
          <a:xfrm>
            <a:off x="1510200" y="5411880"/>
            <a:ext cx="399960" cy="459000"/>
          </a:xfrm>
          <a:custGeom>
            <a:avLst/>
            <a:gdLst>
              <a:gd name="textAreaLeft" fmla="*/ 0 w 399960"/>
              <a:gd name="textAreaRight" fmla="*/ 400320 w 39996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R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Line 63"/>
          <p:cNvSpPr/>
          <p:nvPr/>
        </p:nvSpPr>
        <p:spPr>
          <a:xfrm flipH="1">
            <a:off x="4228920" y="5854680"/>
            <a:ext cx="1168200" cy="380880"/>
          </a:xfrm>
          <a:prstGeom prst="line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CustomShape 64"/>
          <p:cNvSpPr/>
          <p:nvPr/>
        </p:nvSpPr>
        <p:spPr>
          <a:xfrm>
            <a:off x="4569120" y="5475240"/>
            <a:ext cx="524160" cy="459000"/>
          </a:xfrm>
          <a:custGeom>
            <a:avLst/>
            <a:gdLst>
              <a:gd name="textAreaLeft" fmla="*/ 0 w 524160"/>
              <a:gd name="textAreaRight" fmla="*/ 524520 w 52416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2400" b="1" u="none" strike="noStrike" baseline="30000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-1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Line 65"/>
          <p:cNvSpPr/>
          <p:nvPr/>
        </p:nvSpPr>
        <p:spPr>
          <a:xfrm flipV="1">
            <a:off x="6354720" y="4265640"/>
            <a:ext cx="36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Line 66"/>
          <p:cNvSpPr/>
          <p:nvPr/>
        </p:nvSpPr>
        <p:spPr>
          <a:xfrm>
            <a:off x="6354720" y="6281640"/>
            <a:ext cx="222876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CustomShape 67"/>
          <p:cNvSpPr/>
          <p:nvPr/>
        </p:nvSpPr>
        <p:spPr>
          <a:xfrm>
            <a:off x="8255160" y="62848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CustomShape 68"/>
          <p:cNvSpPr/>
          <p:nvPr/>
        </p:nvSpPr>
        <p:spPr>
          <a:xfrm>
            <a:off x="6432840" y="40654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Line 69"/>
          <p:cNvSpPr/>
          <p:nvPr/>
        </p:nvSpPr>
        <p:spPr>
          <a:xfrm flipH="1" flipV="1">
            <a:off x="7141680" y="5240160"/>
            <a:ext cx="390600" cy="60984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CustomShape 70"/>
          <p:cNvSpPr/>
          <p:nvPr/>
        </p:nvSpPr>
        <p:spPr>
          <a:xfrm>
            <a:off x="6068880" y="621036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CustomShape 71"/>
          <p:cNvSpPr/>
          <p:nvPr/>
        </p:nvSpPr>
        <p:spPr>
          <a:xfrm>
            <a:off x="7630920" y="571356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CustomShape 72"/>
          <p:cNvSpPr/>
          <p:nvPr/>
        </p:nvSpPr>
        <p:spPr>
          <a:xfrm>
            <a:off x="7497720" y="581652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CustomShape 73"/>
          <p:cNvSpPr/>
          <p:nvPr/>
        </p:nvSpPr>
        <p:spPr>
          <a:xfrm>
            <a:off x="7237440" y="495144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CustomShape 74"/>
          <p:cNvSpPr/>
          <p:nvPr/>
        </p:nvSpPr>
        <p:spPr>
          <a:xfrm>
            <a:off x="7078680" y="5181480"/>
            <a:ext cx="93240" cy="93600"/>
          </a:xfrm>
          <a:prstGeom prst="ellipse">
            <a:avLst/>
          </a:prstGeom>
          <a:solidFill>
            <a:srgbClr val="00FF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1240" rIns="90000" bIns="2124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CustomShape 75"/>
          <p:cNvSpPr/>
          <p:nvPr/>
        </p:nvSpPr>
        <p:spPr>
          <a:xfrm>
            <a:off x="4781520" y="1373040"/>
            <a:ext cx="386280" cy="371160"/>
          </a:xfrm>
          <a:custGeom>
            <a:avLst/>
            <a:gdLst>
              <a:gd name="textAreaLeft" fmla="*/ 0 w 386280"/>
              <a:gd name="textAreaRight" fmla="*/ 386640 w 38628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1)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CustomShape 76"/>
          <p:cNvSpPr/>
          <p:nvPr/>
        </p:nvSpPr>
        <p:spPr>
          <a:xfrm>
            <a:off x="7550280" y="1373040"/>
            <a:ext cx="386280" cy="371160"/>
          </a:xfrm>
          <a:custGeom>
            <a:avLst/>
            <a:gdLst>
              <a:gd name="textAreaLeft" fmla="*/ 0 w 386280"/>
              <a:gd name="textAreaRight" fmla="*/ 386640 w 38628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2)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CustomShape 77"/>
          <p:cNvSpPr/>
          <p:nvPr/>
        </p:nvSpPr>
        <p:spPr>
          <a:xfrm>
            <a:off x="2317680" y="4218120"/>
            <a:ext cx="386280" cy="371160"/>
          </a:xfrm>
          <a:custGeom>
            <a:avLst/>
            <a:gdLst>
              <a:gd name="textAreaLeft" fmla="*/ 0 w 386280"/>
              <a:gd name="textAreaRight" fmla="*/ 386640 w 38628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3)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CustomShape 78"/>
          <p:cNvSpPr/>
          <p:nvPr/>
        </p:nvSpPr>
        <p:spPr>
          <a:xfrm>
            <a:off x="4934160" y="4218120"/>
            <a:ext cx="386280" cy="371160"/>
          </a:xfrm>
          <a:custGeom>
            <a:avLst/>
            <a:gdLst>
              <a:gd name="textAreaLeft" fmla="*/ 0 w 386280"/>
              <a:gd name="textAreaRight" fmla="*/ 386640 w 38628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4)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CustomShape 2"/>
          <p:cNvSpPr/>
          <p:nvPr/>
        </p:nvSpPr>
        <p:spPr>
          <a:xfrm>
            <a:off x="914400" y="-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CDA205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Композиция преобразований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CustomShape 3"/>
          <p:cNvSpPr/>
          <p:nvPr/>
        </p:nvSpPr>
        <p:spPr>
          <a:xfrm>
            <a:off x="3132000" y="1772640"/>
            <a:ext cx="3174480" cy="509400"/>
          </a:xfrm>
          <a:custGeom>
            <a:avLst/>
            <a:gdLst>
              <a:gd name="textAreaLeft" fmla="*/ 0 w 3174480"/>
              <a:gd name="textAreaRight" fmla="*/ 3174840 w 3174480"/>
              <a:gd name="textAreaTop" fmla="*/ 0 h 509400"/>
              <a:gd name="textAreaBottom" fmla="*/ 509760 h 509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= P*T*R*T</a:t>
            </a:r>
            <a:r>
              <a:rPr lang="en-US" sz="2400" b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 P*M</a:t>
            </a:r>
            <a:r>
              <a:rPr lang="en-US" sz="2400" b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CustomShape 4"/>
          <p:cNvSpPr/>
          <p:nvPr/>
        </p:nvSpPr>
        <p:spPr>
          <a:xfrm>
            <a:off x="3293640" y="3573000"/>
            <a:ext cx="3174480" cy="459000"/>
          </a:xfrm>
          <a:custGeom>
            <a:avLst/>
            <a:gdLst>
              <a:gd name="textAreaLeft" fmla="*/ 0 w 3174480"/>
              <a:gd name="textAreaRight" fmla="*/ 3174840 w 317448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P’’ = P*R*T*T</a:t>
            </a:r>
            <a:r>
              <a:rPr lang="en-US" sz="2400" b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CustomShape 1"/>
          <p:cNvSpPr/>
          <p:nvPr/>
        </p:nvSpPr>
        <p:spPr>
          <a:xfrm flipV="1">
            <a:off x="2221920" y="4048200"/>
            <a:ext cx="1569600" cy="1371240"/>
          </a:xfrm>
          <a:custGeom>
            <a:avLst/>
            <a:gdLst>
              <a:gd name="textAreaLeft" fmla="*/ 0 w 1569600"/>
              <a:gd name="textAreaRight" fmla="*/ 1569960 w 1569600"/>
              <a:gd name="textAreaTop" fmla="*/ -360 h 1371240"/>
              <a:gd name="textAreaBottom" fmla="*/ 1371240 h 1371240"/>
            </a:gdLst>
            <a:ahLst/>
            <a:cxnLst/>
            <a:rect l="textAreaLeft" t="textAreaTop" r="textAreaRight" b="textAreaBottom"/>
            <a:pathLst>
              <a:path w="25435" h="21600">
                <a:moveTo>
                  <a:pt x="25434" y="7967"/>
                </a:moveTo>
                <a:cubicBezTo>
                  <a:pt x="22168" y="16196"/>
                  <a:pt x="14210" y="21599"/>
                  <a:pt x="5357" y="21600"/>
                </a:cubicBezTo>
                <a:cubicBezTo>
                  <a:pt x="3550" y="21600"/>
                  <a:pt x="1750" y="21373"/>
                  <a:pt x="-1" y="20925"/>
                </a:cubicBezTo>
                <a:moveTo>
                  <a:pt x="25434" y="7967"/>
                </a:moveTo>
                <a:cubicBezTo>
                  <a:pt x="22168" y="16196"/>
                  <a:pt x="14210" y="21599"/>
                  <a:pt x="5357" y="21600"/>
                </a:cubicBezTo>
                <a:cubicBezTo>
                  <a:pt x="3550" y="21600"/>
                  <a:pt x="1750" y="21373"/>
                  <a:pt x="-1" y="20925"/>
                </a:cubicBezTo>
                <a:lnTo>
                  <a:pt x="5357" y="0"/>
                </a:lnTo>
                <a:lnTo>
                  <a:pt x="25434" y="7967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CustomShape 2"/>
          <p:cNvSpPr/>
          <p:nvPr/>
        </p:nvSpPr>
        <p:spPr>
          <a:xfrm>
            <a:off x="914400" y="-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CDA205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Композиция преобразований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Line 5"/>
          <p:cNvSpPr/>
          <p:nvPr/>
        </p:nvSpPr>
        <p:spPr>
          <a:xfrm flipV="1">
            <a:off x="2569680" y="3417840"/>
            <a:ext cx="36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Line 6"/>
          <p:cNvSpPr/>
          <p:nvPr/>
        </p:nvSpPr>
        <p:spPr>
          <a:xfrm>
            <a:off x="1193040" y="5427000"/>
            <a:ext cx="372744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CustomShape 7"/>
          <p:cNvSpPr/>
          <p:nvPr/>
        </p:nvSpPr>
        <p:spPr>
          <a:xfrm>
            <a:off x="4520520" y="534312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CustomShape 8"/>
          <p:cNvSpPr/>
          <p:nvPr/>
        </p:nvSpPr>
        <p:spPr>
          <a:xfrm>
            <a:off x="3790440" y="3149280"/>
            <a:ext cx="383400" cy="367560"/>
          </a:xfrm>
          <a:custGeom>
            <a:avLst/>
            <a:gdLst>
              <a:gd name="textAreaLeft" fmla="*/ 0 w 383400"/>
              <a:gd name="textAreaRight" fmla="*/ 383760 w 383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a)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CustomShape 9"/>
          <p:cNvSpPr/>
          <p:nvPr/>
        </p:nvSpPr>
        <p:spPr>
          <a:xfrm>
            <a:off x="2155680" y="544428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CustomShape 10"/>
          <p:cNvSpPr/>
          <p:nvPr/>
        </p:nvSpPr>
        <p:spPr>
          <a:xfrm>
            <a:off x="3896640" y="477144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CustomShape 11"/>
          <p:cNvSpPr/>
          <p:nvPr/>
        </p:nvSpPr>
        <p:spPr>
          <a:xfrm>
            <a:off x="4569840" y="4263480"/>
            <a:ext cx="447120" cy="367560"/>
          </a:xfrm>
          <a:custGeom>
            <a:avLst/>
            <a:gdLst>
              <a:gd name="textAreaLeft" fmla="*/ 0 w 447120"/>
              <a:gd name="textAreaRight" fmla="*/ 447480 w 4471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0" name="Group 12"/>
          <p:cNvGrpSpPr/>
          <p:nvPr/>
        </p:nvGrpSpPr>
        <p:grpSpPr>
          <a:xfrm>
            <a:off x="3763440" y="4379400"/>
            <a:ext cx="791640" cy="588600"/>
            <a:chOff x="3763440" y="4379400"/>
            <a:chExt cx="791640" cy="588600"/>
          </a:xfrm>
        </p:grpSpPr>
        <p:sp>
          <p:nvSpPr>
            <p:cNvPr id="741" name="Line 13"/>
            <p:cNvSpPr/>
            <p:nvPr/>
          </p:nvSpPr>
          <p:spPr>
            <a:xfrm flipV="1">
              <a:off x="3809520" y="4416840"/>
              <a:ext cx="711000" cy="507960"/>
            </a:xfrm>
            <a:prstGeom prst="line">
              <a:avLst/>
            </a:prstGeom>
            <a:ln w="255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CustomShape 14"/>
            <p:cNvSpPr/>
            <p:nvPr/>
          </p:nvSpPr>
          <p:spPr>
            <a:xfrm>
              <a:off x="3763440" y="4874760"/>
              <a:ext cx="93240" cy="9324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880" rIns="90000" bIns="208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CustomShape 15"/>
            <p:cNvSpPr/>
            <p:nvPr/>
          </p:nvSpPr>
          <p:spPr>
            <a:xfrm>
              <a:off x="4461840" y="4379400"/>
              <a:ext cx="93240" cy="9324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880" rIns="90000" bIns="208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4" name="CustomShape 16"/>
          <p:cNvSpPr/>
          <p:nvPr/>
        </p:nvSpPr>
        <p:spPr>
          <a:xfrm>
            <a:off x="2723760" y="306036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5" name="Group 17"/>
          <p:cNvGrpSpPr/>
          <p:nvPr/>
        </p:nvGrpSpPr>
        <p:grpSpPr>
          <a:xfrm>
            <a:off x="1693080" y="3363840"/>
            <a:ext cx="588600" cy="791640"/>
            <a:chOff x="1693080" y="3363840"/>
            <a:chExt cx="588600" cy="791640"/>
          </a:xfrm>
        </p:grpSpPr>
        <p:sp>
          <p:nvSpPr>
            <p:cNvPr id="746" name="Line 18"/>
            <p:cNvSpPr/>
            <p:nvPr/>
          </p:nvSpPr>
          <p:spPr>
            <a:xfrm flipH="1" flipV="1">
              <a:off x="1730880" y="3398040"/>
              <a:ext cx="507960" cy="7110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CustomShape 19"/>
            <p:cNvSpPr/>
            <p:nvPr/>
          </p:nvSpPr>
          <p:spPr>
            <a:xfrm rot="16200000">
              <a:off x="2188440" y="4062240"/>
              <a:ext cx="93240" cy="9324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880" rIns="90000" bIns="208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CustomShape 20"/>
            <p:cNvSpPr/>
            <p:nvPr/>
          </p:nvSpPr>
          <p:spPr>
            <a:xfrm rot="16200000">
              <a:off x="1693080" y="3363840"/>
              <a:ext cx="93240" cy="9324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880" rIns="90000" bIns="208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9" name="CustomShape 21"/>
          <p:cNvSpPr/>
          <p:nvPr/>
        </p:nvSpPr>
        <p:spPr>
          <a:xfrm>
            <a:off x="1737000" y="4111200"/>
            <a:ext cx="574920" cy="367920"/>
          </a:xfrm>
          <a:custGeom>
            <a:avLst/>
            <a:gdLst>
              <a:gd name="textAreaLeft" fmla="*/ 0 w 574920"/>
              <a:gd name="textAreaRight" fmla="*/ 575280 w 5749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p1’’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CustomShape 22"/>
          <p:cNvSpPr/>
          <p:nvPr/>
        </p:nvSpPr>
        <p:spPr>
          <a:xfrm>
            <a:off x="1749960" y="3069720"/>
            <a:ext cx="574920" cy="367920"/>
          </a:xfrm>
          <a:custGeom>
            <a:avLst/>
            <a:gdLst>
              <a:gd name="textAreaLeft" fmla="*/ 0 w 574920"/>
              <a:gd name="textAreaRight" fmla="*/ 575280 w 5749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p2’’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Line 23"/>
          <p:cNvSpPr/>
          <p:nvPr/>
        </p:nvSpPr>
        <p:spPr>
          <a:xfrm flipV="1">
            <a:off x="7205040" y="3390840"/>
            <a:ext cx="360" cy="201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Line 24"/>
          <p:cNvSpPr/>
          <p:nvPr/>
        </p:nvSpPr>
        <p:spPr>
          <a:xfrm>
            <a:off x="5706720" y="5407560"/>
            <a:ext cx="268596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CustomShape 25"/>
          <p:cNvSpPr/>
          <p:nvPr/>
        </p:nvSpPr>
        <p:spPr>
          <a:xfrm>
            <a:off x="7991280" y="540792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CustomShape 26"/>
          <p:cNvSpPr/>
          <p:nvPr/>
        </p:nvSpPr>
        <p:spPr>
          <a:xfrm>
            <a:off x="8299080" y="3267720"/>
            <a:ext cx="396360" cy="367560"/>
          </a:xfrm>
          <a:custGeom>
            <a:avLst/>
            <a:gdLst>
              <a:gd name="textAreaLeft" fmla="*/ 0 w 396360"/>
              <a:gd name="textAreaRight" fmla="*/ 396720 w 3963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b)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CustomShape 27"/>
          <p:cNvSpPr/>
          <p:nvPr/>
        </p:nvSpPr>
        <p:spPr>
          <a:xfrm>
            <a:off x="6919560" y="533628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CustomShape 28"/>
          <p:cNvSpPr/>
          <p:nvPr/>
        </p:nvSpPr>
        <p:spPr>
          <a:xfrm>
            <a:off x="7308720" y="312804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7" name="Group 29"/>
          <p:cNvGrpSpPr/>
          <p:nvPr/>
        </p:nvGrpSpPr>
        <p:grpSpPr>
          <a:xfrm>
            <a:off x="6278400" y="3431880"/>
            <a:ext cx="588600" cy="791640"/>
            <a:chOff x="6278400" y="3431880"/>
            <a:chExt cx="588600" cy="791640"/>
          </a:xfrm>
        </p:grpSpPr>
        <p:sp>
          <p:nvSpPr>
            <p:cNvPr id="758" name="Line 30"/>
            <p:cNvSpPr/>
            <p:nvPr/>
          </p:nvSpPr>
          <p:spPr>
            <a:xfrm flipH="1" flipV="1">
              <a:off x="6315840" y="3466080"/>
              <a:ext cx="507960" cy="7110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CustomShape 31"/>
            <p:cNvSpPr/>
            <p:nvPr/>
          </p:nvSpPr>
          <p:spPr>
            <a:xfrm rot="16200000">
              <a:off x="6773760" y="4130280"/>
              <a:ext cx="93240" cy="9324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880" rIns="90000" bIns="208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0" name="CustomShape 32"/>
            <p:cNvSpPr/>
            <p:nvPr/>
          </p:nvSpPr>
          <p:spPr>
            <a:xfrm rot="16200000">
              <a:off x="6278400" y="3431880"/>
              <a:ext cx="93240" cy="9324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880" rIns="90000" bIns="208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1" name="CustomShape 33"/>
          <p:cNvSpPr/>
          <p:nvPr/>
        </p:nvSpPr>
        <p:spPr>
          <a:xfrm>
            <a:off x="6322320" y="4178880"/>
            <a:ext cx="574920" cy="367920"/>
          </a:xfrm>
          <a:custGeom>
            <a:avLst/>
            <a:gdLst>
              <a:gd name="textAreaLeft" fmla="*/ 0 w 574920"/>
              <a:gd name="textAreaRight" fmla="*/ 575280 w 5749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p1’’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CustomShape 34"/>
          <p:cNvSpPr/>
          <p:nvPr/>
        </p:nvSpPr>
        <p:spPr>
          <a:xfrm>
            <a:off x="6335280" y="3137760"/>
            <a:ext cx="574920" cy="367920"/>
          </a:xfrm>
          <a:custGeom>
            <a:avLst/>
            <a:gdLst>
              <a:gd name="textAreaLeft" fmla="*/ 0 w 574920"/>
              <a:gd name="textAreaRight" fmla="*/ 575280 w 5749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p2’’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CustomShape 35"/>
          <p:cNvSpPr/>
          <p:nvPr/>
        </p:nvSpPr>
        <p:spPr>
          <a:xfrm>
            <a:off x="4215600" y="1772640"/>
            <a:ext cx="1549080" cy="459000"/>
          </a:xfrm>
          <a:custGeom>
            <a:avLst/>
            <a:gdLst>
              <a:gd name="textAreaLeft" fmla="*/ 0 w 1549080"/>
              <a:gd name="textAreaRight" fmla="*/ 1549440 w 154908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≠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P’’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CustomShape 36"/>
          <p:cNvSpPr/>
          <p:nvPr/>
        </p:nvSpPr>
        <p:spPr>
          <a:xfrm>
            <a:off x="3135240" y="3530160"/>
            <a:ext cx="399960" cy="459000"/>
          </a:xfrm>
          <a:custGeom>
            <a:avLst/>
            <a:gdLst>
              <a:gd name="textAreaLeft" fmla="*/ 0 w 399960"/>
              <a:gd name="textAreaRight" fmla="*/ 400320 w 39996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R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CustomShape 37"/>
          <p:cNvSpPr/>
          <p:nvPr/>
        </p:nvSpPr>
        <p:spPr>
          <a:xfrm>
            <a:off x="6554520" y="4715640"/>
            <a:ext cx="366120" cy="459000"/>
          </a:xfrm>
          <a:custGeom>
            <a:avLst/>
            <a:gdLst>
              <a:gd name="textAreaLeft" fmla="*/ 0 w 366120"/>
              <a:gd name="textAreaRight" fmla="*/ 366480 w 36612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Line 38"/>
          <p:cNvSpPr/>
          <p:nvPr/>
        </p:nvSpPr>
        <p:spPr>
          <a:xfrm flipH="1" flipV="1">
            <a:off x="6834960" y="4167720"/>
            <a:ext cx="330120" cy="1193760"/>
          </a:xfrm>
          <a:prstGeom prst="line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CustomShape 39"/>
          <p:cNvSpPr/>
          <p:nvPr/>
        </p:nvSpPr>
        <p:spPr>
          <a:xfrm>
            <a:off x="7251840" y="4601160"/>
            <a:ext cx="524160" cy="459000"/>
          </a:xfrm>
          <a:custGeom>
            <a:avLst/>
            <a:gdLst>
              <a:gd name="textAreaLeft" fmla="*/ 0 w 524160"/>
              <a:gd name="textAreaRight" fmla="*/ 524520 w 524160"/>
              <a:gd name="textAreaTop" fmla="*/ 0 h 459000"/>
              <a:gd name="textAreaBottom" fmla="*/ 459360 h 45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2400" b="1" u="none" strike="noStrike" baseline="30000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-1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Line 40"/>
          <p:cNvSpPr/>
          <p:nvPr/>
        </p:nvSpPr>
        <p:spPr>
          <a:xfrm>
            <a:off x="6962400" y="4167720"/>
            <a:ext cx="330120" cy="1218960"/>
          </a:xfrm>
          <a:prstGeom prst="line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Line 1"/>
          <p:cNvSpPr/>
          <p:nvPr/>
        </p:nvSpPr>
        <p:spPr>
          <a:xfrm flipH="1">
            <a:off x="2582640" y="2992320"/>
            <a:ext cx="1701720" cy="9050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CustomShape 2"/>
          <p:cNvSpPr/>
          <p:nvPr/>
        </p:nvSpPr>
        <p:spPr>
          <a:xfrm>
            <a:off x="914400" y="-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Геометрические преобразования</a:t>
            </a:r>
            <a:br>
              <a:rPr sz="2000"/>
            </a:b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Line 3"/>
          <p:cNvSpPr/>
          <p:nvPr/>
        </p:nvSpPr>
        <p:spPr>
          <a:xfrm flipV="1">
            <a:off x="4284720" y="1001520"/>
            <a:ext cx="360" cy="19904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Line 4"/>
          <p:cNvSpPr/>
          <p:nvPr/>
        </p:nvSpPr>
        <p:spPr>
          <a:xfrm>
            <a:off x="4284720" y="2992320"/>
            <a:ext cx="2305080" cy="5842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CustomShape 5"/>
          <p:cNvSpPr/>
          <p:nvPr/>
        </p:nvSpPr>
        <p:spPr>
          <a:xfrm>
            <a:off x="6515280" y="299556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CustomShape 6"/>
          <p:cNvSpPr/>
          <p:nvPr/>
        </p:nvSpPr>
        <p:spPr>
          <a:xfrm>
            <a:off x="4388040" y="103032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CustomShape 7"/>
          <p:cNvSpPr/>
          <p:nvPr/>
        </p:nvSpPr>
        <p:spPr>
          <a:xfrm>
            <a:off x="4227480" y="266688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CustomShape 8"/>
          <p:cNvSpPr/>
          <p:nvPr/>
        </p:nvSpPr>
        <p:spPr>
          <a:xfrm rot="16200000">
            <a:off x="3696480" y="1447560"/>
            <a:ext cx="2509560" cy="2133000"/>
          </a:xfrm>
          <a:custGeom>
            <a:avLst/>
            <a:gdLst>
              <a:gd name="textAreaLeft" fmla="*/ 0 w 2509560"/>
              <a:gd name="textAreaRight" fmla="*/ 2509920 w 2509560"/>
              <a:gd name="textAreaTop" fmla="*/ 0 h 2133000"/>
              <a:gd name="textAreaBottom" fmla="*/ 2133360 h 2133000"/>
            </a:gdLst>
            <a:ahLst/>
            <a:cxnLst/>
            <a:rect l="textAreaLeft" t="textAreaTop" r="textAreaRight" b="textAreaBottom"/>
            <a:pathLst>
              <a:path w="6974" h="5928">
                <a:moveTo>
                  <a:pt x="1499" y="0"/>
                </a:moveTo>
                <a:lnTo>
                  <a:pt x="6973" y="0"/>
                </a:lnTo>
                <a:lnTo>
                  <a:pt x="5473" y="5927"/>
                </a:lnTo>
                <a:lnTo>
                  <a:pt x="0" y="5927"/>
                </a:lnTo>
                <a:lnTo>
                  <a:pt x="1499" y="0"/>
                </a:lnTo>
              </a:path>
            </a:pathLst>
          </a:custGeom>
          <a:solidFill>
            <a:srgbClr val="BBE0E3">
              <a:alpha val="67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CustomShape 9"/>
          <p:cNvSpPr/>
          <p:nvPr/>
        </p:nvSpPr>
        <p:spPr>
          <a:xfrm rot="16200000">
            <a:off x="2909160" y="2606400"/>
            <a:ext cx="3093480" cy="1574280"/>
          </a:xfrm>
          <a:custGeom>
            <a:avLst/>
            <a:gdLst>
              <a:gd name="textAreaLeft" fmla="*/ 0 w 3093480"/>
              <a:gd name="textAreaRight" fmla="*/ 3093840 w 3093480"/>
              <a:gd name="textAreaTop" fmla="*/ 0 h 1574280"/>
              <a:gd name="textAreaBottom" fmla="*/ 1574640 h 1574280"/>
            </a:gdLst>
            <a:ahLst/>
            <a:cxnLst/>
            <a:rect l="textAreaLeft" t="textAreaTop" r="textAreaRight" b="textAreaBottom"/>
            <a:pathLst>
              <a:path w="8596" h="4376">
                <a:moveTo>
                  <a:pt x="3973" y="0"/>
                </a:moveTo>
                <a:lnTo>
                  <a:pt x="8595" y="0"/>
                </a:lnTo>
                <a:lnTo>
                  <a:pt x="4621" y="4375"/>
                </a:lnTo>
                <a:lnTo>
                  <a:pt x="0" y="4375"/>
                </a:lnTo>
                <a:lnTo>
                  <a:pt x="3973" y="0"/>
                </a:lnTo>
              </a:path>
            </a:pathLst>
          </a:custGeom>
          <a:solidFill>
            <a:srgbClr val="008000">
              <a:alpha val="48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CustomShape 10"/>
          <p:cNvSpPr/>
          <p:nvPr/>
        </p:nvSpPr>
        <p:spPr>
          <a:xfrm>
            <a:off x="5452920" y="2629080"/>
            <a:ext cx="144360" cy="1440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Line 11"/>
          <p:cNvSpPr/>
          <p:nvPr/>
        </p:nvSpPr>
        <p:spPr>
          <a:xfrm flipH="1">
            <a:off x="4437000" y="2712960"/>
            <a:ext cx="1067040" cy="57492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CustomShape 12"/>
          <p:cNvSpPr/>
          <p:nvPr/>
        </p:nvSpPr>
        <p:spPr>
          <a:xfrm>
            <a:off x="4373640" y="3213000"/>
            <a:ext cx="14400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CustomShape 13"/>
          <p:cNvSpPr/>
          <p:nvPr/>
        </p:nvSpPr>
        <p:spPr>
          <a:xfrm>
            <a:off x="2552400" y="3173400"/>
            <a:ext cx="396360" cy="367560"/>
          </a:xfrm>
          <a:custGeom>
            <a:avLst/>
            <a:gdLst>
              <a:gd name="textAreaLeft" fmla="*/ 0 w 396360"/>
              <a:gd name="textAreaRight" fmla="*/ 396720 w 3963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CustomShape 14"/>
          <p:cNvSpPr/>
          <p:nvPr/>
        </p:nvSpPr>
        <p:spPr>
          <a:xfrm>
            <a:off x="5637240" y="234144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CustomShape 15"/>
          <p:cNvSpPr/>
          <p:nvPr/>
        </p:nvSpPr>
        <p:spPr>
          <a:xfrm>
            <a:off x="6032520" y="3730680"/>
            <a:ext cx="604080" cy="336960"/>
          </a:xfrm>
          <a:custGeom>
            <a:avLst/>
            <a:gdLst>
              <a:gd name="textAreaLeft" fmla="*/ 0 w 604080"/>
              <a:gd name="textAreaRight" fmla="*/ 604440 w 60408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W=1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CustomShape 16"/>
          <p:cNvSpPr/>
          <p:nvPr/>
        </p:nvSpPr>
        <p:spPr>
          <a:xfrm>
            <a:off x="5397120" y="4773600"/>
            <a:ext cx="1381320" cy="367920"/>
          </a:xfrm>
          <a:custGeom>
            <a:avLst/>
            <a:gdLst>
              <a:gd name="textAreaLeft" fmla="*/ 0 w 1381320"/>
              <a:gd name="textAreaRight" fmla="*/ 1381680 w 13813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W=kx+my+1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CustomShape 17"/>
          <p:cNvSpPr/>
          <p:nvPr/>
        </p:nvSpPr>
        <p:spPr>
          <a:xfrm>
            <a:off x="2105640" y="5789520"/>
            <a:ext cx="855720" cy="367920"/>
          </a:xfrm>
          <a:custGeom>
            <a:avLst/>
            <a:gdLst>
              <a:gd name="textAreaLeft" fmla="*/ 0 w 855720"/>
              <a:gd name="textAreaRight" fmla="*/ 856080 w 8557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[x y 1]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CustomShape 18"/>
          <p:cNvSpPr/>
          <p:nvPr/>
        </p:nvSpPr>
        <p:spPr>
          <a:xfrm>
            <a:off x="0" y="3071880"/>
            <a:ext cx="9143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CustomShape 20"/>
          <p:cNvSpPr/>
          <p:nvPr/>
        </p:nvSpPr>
        <p:spPr>
          <a:xfrm>
            <a:off x="4008600" y="5802480"/>
            <a:ext cx="2047320" cy="367920"/>
          </a:xfrm>
          <a:custGeom>
            <a:avLst/>
            <a:gdLst>
              <a:gd name="textAreaLeft" fmla="*/ 0 w 2047320"/>
              <a:gd name="textAreaRight" fmla="*/ 2047680 w 20473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 [ x  y  kx+my+1]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CustomShape 21"/>
          <p:cNvSpPr/>
          <p:nvPr/>
        </p:nvSpPr>
        <p:spPr>
          <a:xfrm>
            <a:off x="1026360" y="5789520"/>
            <a:ext cx="1242720" cy="367920"/>
          </a:xfrm>
          <a:custGeom>
            <a:avLst/>
            <a:gdLst>
              <a:gd name="textAreaLeft" fmla="*/ 0 w 1242720"/>
              <a:gd name="textAreaRight" fmla="*/ 1243080 w 12427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[x’ y’ w’] =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CustomShape 22"/>
          <p:cNvSpPr/>
          <p:nvPr/>
        </p:nvSpPr>
        <p:spPr>
          <a:xfrm>
            <a:off x="4258800" y="3427560"/>
            <a:ext cx="384480" cy="367920"/>
          </a:xfrm>
          <a:custGeom>
            <a:avLst/>
            <a:gdLst>
              <a:gd name="textAreaLeft" fmla="*/ 0 w 384480"/>
              <a:gd name="textAreaRight" fmla="*/ 384840 w 38448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Line 1"/>
          <p:cNvSpPr/>
          <p:nvPr/>
        </p:nvSpPr>
        <p:spPr>
          <a:xfrm>
            <a:off x="3611520" y="1316160"/>
            <a:ext cx="2692440" cy="30384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Line 2"/>
          <p:cNvSpPr/>
          <p:nvPr/>
        </p:nvSpPr>
        <p:spPr>
          <a:xfrm>
            <a:off x="3611520" y="1316160"/>
            <a:ext cx="360" cy="24796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CustomShape 3"/>
          <p:cNvSpPr/>
          <p:nvPr/>
        </p:nvSpPr>
        <p:spPr>
          <a:xfrm>
            <a:off x="914400" y="-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Геометрические преобразования</a:t>
            </a:r>
            <a:br>
              <a:rPr sz="2000"/>
            </a:b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Line 4"/>
          <p:cNvSpPr/>
          <p:nvPr/>
        </p:nvSpPr>
        <p:spPr>
          <a:xfrm>
            <a:off x="3611520" y="1316160"/>
            <a:ext cx="255924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CustomShape 5"/>
          <p:cNvSpPr/>
          <p:nvPr/>
        </p:nvSpPr>
        <p:spPr>
          <a:xfrm>
            <a:off x="6045480" y="96372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CustomShape 6"/>
          <p:cNvSpPr/>
          <p:nvPr/>
        </p:nvSpPr>
        <p:spPr>
          <a:xfrm>
            <a:off x="3274920" y="1015920"/>
            <a:ext cx="358560" cy="367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CustomShape 7"/>
          <p:cNvSpPr/>
          <p:nvPr/>
        </p:nvSpPr>
        <p:spPr>
          <a:xfrm>
            <a:off x="5681520" y="205596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Line 8"/>
          <p:cNvSpPr/>
          <p:nvPr/>
        </p:nvSpPr>
        <p:spPr>
          <a:xfrm>
            <a:off x="5541840" y="1316160"/>
            <a:ext cx="360" cy="21492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CustomShape 9"/>
          <p:cNvSpPr/>
          <p:nvPr/>
        </p:nvSpPr>
        <p:spPr>
          <a:xfrm>
            <a:off x="2667240" y="1495440"/>
            <a:ext cx="604080" cy="336960"/>
          </a:xfrm>
          <a:custGeom>
            <a:avLst/>
            <a:gdLst>
              <a:gd name="textAreaLeft" fmla="*/ 0 w 604080"/>
              <a:gd name="textAreaRight" fmla="*/ 604440 w 60408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W=1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CustomShape 10"/>
          <p:cNvSpPr/>
          <p:nvPr/>
        </p:nvSpPr>
        <p:spPr>
          <a:xfrm>
            <a:off x="2006280" y="2690640"/>
            <a:ext cx="1381320" cy="367920"/>
          </a:xfrm>
          <a:custGeom>
            <a:avLst/>
            <a:gdLst>
              <a:gd name="textAreaLeft" fmla="*/ 0 w 1381320"/>
              <a:gd name="textAreaRight" fmla="*/ 1381680 w 138132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W=kx+my+1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CustomShape 11"/>
          <p:cNvSpPr/>
          <p:nvPr/>
        </p:nvSpPr>
        <p:spPr>
          <a:xfrm>
            <a:off x="0" y="3071880"/>
            <a:ext cx="9143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Line 12"/>
          <p:cNvSpPr/>
          <p:nvPr/>
        </p:nvSpPr>
        <p:spPr>
          <a:xfrm>
            <a:off x="2717640" y="1994040"/>
            <a:ext cx="4216680" cy="360"/>
          </a:xfrm>
          <a:prstGeom prst="line">
            <a:avLst/>
          </a:prstGeom>
          <a:ln w="381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CustomShape 13"/>
          <p:cNvSpPr/>
          <p:nvPr/>
        </p:nvSpPr>
        <p:spPr>
          <a:xfrm>
            <a:off x="2997000" y="3656160"/>
            <a:ext cx="396360" cy="367560"/>
          </a:xfrm>
          <a:custGeom>
            <a:avLst/>
            <a:gdLst>
              <a:gd name="textAreaLeft" fmla="*/ 0 w 396360"/>
              <a:gd name="textAreaRight" fmla="*/ 396720 w 3963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Line 14"/>
          <p:cNvSpPr/>
          <p:nvPr/>
        </p:nvSpPr>
        <p:spPr>
          <a:xfrm>
            <a:off x="3009960" y="2463840"/>
            <a:ext cx="3530520" cy="1422360"/>
          </a:xfrm>
          <a:prstGeom prst="line">
            <a:avLst/>
          </a:prstGeom>
          <a:ln w="38160">
            <a:solidFill>
              <a:srgbClr val="008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CustomShape 15"/>
          <p:cNvSpPr/>
          <p:nvPr/>
        </p:nvSpPr>
        <p:spPr>
          <a:xfrm>
            <a:off x="5478480" y="1917720"/>
            <a:ext cx="144000" cy="1440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CustomShape 16"/>
          <p:cNvSpPr/>
          <p:nvPr/>
        </p:nvSpPr>
        <p:spPr>
          <a:xfrm>
            <a:off x="5478480" y="3429000"/>
            <a:ext cx="144000" cy="1440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CustomShape 17"/>
          <p:cNvSpPr/>
          <p:nvPr/>
        </p:nvSpPr>
        <p:spPr>
          <a:xfrm>
            <a:off x="4132440" y="1917720"/>
            <a:ext cx="144000" cy="1440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CustomShape 18"/>
          <p:cNvSpPr/>
          <p:nvPr/>
        </p:nvSpPr>
        <p:spPr>
          <a:xfrm>
            <a:off x="5681160" y="3198960"/>
            <a:ext cx="384480" cy="367920"/>
          </a:xfrm>
          <a:custGeom>
            <a:avLst/>
            <a:gdLst>
              <a:gd name="textAreaLeft" fmla="*/ 0 w 384480"/>
              <a:gd name="textAreaRight" fmla="*/ 384840 w 38448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CustomShape 19"/>
          <p:cNvSpPr/>
          <p:nvPr/>
        </p:nvSpPr>
        <p:spPr>
          <a:xfrm>
            <a:off x="3852360" y="2081160"/>
            <a:ext cx="460800" cy="367920"/>
          </a:xfrm>
          <a:custGeom>
            <a:avLst/>
            <a:gdLst>
              <a:gd name="textAreaLeft" fmla="*/ 0 w 460800"/>
              <a:gd name="textAreaRight" fmla="*/ 461160 w 46080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P’’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Line 20"/>
          <p:cNvSpPr/>
          <p:nvPr/>
        </p:nvSpPr>
        <p:spPr>
          <a:xfrm>
            <a:off x="4195800" y="1341360"/>
            <a:ext cx="360" cy="60012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CustomShape 21"/>
          <p:cNvSpPr/>
          <p:nvPr/>
        </p:nvSpPr>
        <p:spPr>
          <a:xfrm>
            <a:off x="-1346040" y="1547640"/>
            <a:ext cx="9143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CustomShape 22"/>
          <p:cNvSpPr/>
          <p:nvPr/>
        </p:nvSpPr>
        <p:spPr>
          <a:xfrm>
            <a:off x="5473440" y="1000080"/>
            <a:ext cx="282240" cy="336960"/>
          </a:xfrm>
          <a:custGeom>
            <a:avLst/>
            <a:gdLst>
              <a:gd name="textAreaLeft" fmla="*/ 0 w 282240"/>
              <a:gd name="textAreaRight" fmla="*/ 282600 w 28224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CustomShape 23"/>
          <p:cNvSpPr/>
          <p:nvPr/>
        </p:nvSpPr>
        <p:spPr>
          <a:xfrm>
            <a:off x="4011480" y="987480"/>
            <a:ext cx="374040" cy="336960"/>
          </a:xfrm>
          <a:custGeom>
            <a:avLst/>
            <a:gdLst>
              <a:gd name="textAreaLeft" fmla="*/ 0 w 374040"/>
              <a:gd name="textAreaRight" fmla="*/ 374400 w 37404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x’’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CustomShape 24"/>
          <p:cNvSpPr/>
          <p:nvPr/>
        </p:nvSpPr>
        <p:spPr>
          <a:xfrm>
            <a:off x="1932480" y="5495040"/>
            <a:ext cx="1362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spAutoFit/>
          </a:bodyPr>
          <a:p>
            <a:pPr algn="just"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[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’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’ y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’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’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1]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=</a:t>
            </a: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CustomShape 1"/>
          <p:cNvSpPr/>
          <p:nvPr/>
        </p:nvSpPr>
        <p:spPr>
          <a:xfrm>
            <a:off x="914400" y="-5724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Трехмерные 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15" name="Group 2"/>
          <p:cNvGrpSpPr/>
          <p:nvPr/>
        </p:nvGrpSpPr>
        <p:grpSpPr>
          <a:xfrm>
            <a:off x="3251880" y="1971720"/>
            <a:ext cx="2903760" cy="1825920"/>
            <a:chOff x="3251880" y="1971720"/>
            <a:chExt cx="2903760" cy="1825920"/>
          </a:xfrm>
        </p:grpSpPr>
        <p:sp>
          <p:nvSpPr>
            <p:cNvPr id="816" name="CustomShape 3"/>
            <p:cNvSpPr/>
            <p:nvPr/>
          </p:nvSpPr>
          <p:spPr>
            <a:xfrm>
              <a:off x="3900960" y="2125440"/>
              <a:ext cx="2254680" cy="1556280"/>
            </a:xfrm>
            <a:custGeom>
              <a:avLst/>
              <a:gdLst>
                <a:gd name="textAreaLeft" fmla="*/ 0 w 2254680"/>
                <a:gd name="textAreaRight" fmla="*/ 2255040 w 2254680"/>
                <a:gd name="textAreaTop" fmla="*/ 0 h 1556280"/>
                <a:gd name="textAreaBottom" fmla="*/ 1556640 h 15562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Sx     0      0     0 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0    Sy      0     0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0      0     Sz    0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0      0      0     1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CustomShape 4"/>
            <p:cNvSpPr/>
            <p:nvPr/>
          </p:nvSpPr>
          <p:spPr>
            <a:xfrm>
              <a:off x="4029120" y="1971720"/>
              <a:ext cx="2006280" cy="214920"/>
            </a:xfrm>
            <a:custGeom>
              <a:avLst/>
              <a:gdLst>
                <a:gd name="textAreaLeft" fmla="*/ 0 w 2006280"/>
                <a:gd name="textAreaRight" fmla="*/ 2006640 w 2006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                </a:t>
              </a:r>
              <a:endParaRPr lang="ru-RU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CustomShape 5"/>
            <p:cNvSpPr/>
            <p:nvPr/>
          </p:nvSpPr>
          <p:spPr>
            <a:xfrm>
              <a:off x="4041720" y="3582720"/>
              <a:ext cx="2006280" cy="214920"/>
            </a:xfrm>
            <a:custGeom>
              <a:avLst/>
              <a:gdLst>
                <a:gd name="textAreaLeft" fmla="*/ 0 w 2006280"/>
                <a:gd name="textAreaRight" fmla="*/ 2006640 w 2006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                </a:t>
              </a:r>
              <a:endParaRPr lang="ru-RU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CustomShape 6"/>
            <p:cNvSpPr/>
            <p:nvPr/>
          </p:nvSpPr>
          <p:spPr>
            <a:xfrm>
              <a:off x="3251880" y="2606400"/>
              <a:ext cx="599400" cy="459000"/>
            </a:xfrm>
            <a:custGeom>
              <a:avLst/>
              <a:gdLst>
                <a:gd name="textAreaLeft" fmla="*/ 0 w 599400"/>
                <a:gd name="textAreaRight" fmla="*/ 599760 w 599400"/>
                <a:gd name="textAreaTop" fmla="*/ 0 h 459000"/>
                <a:gd name="textAreaBottom" fmla="*/ 459360 h 4590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S =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0" name="CustomShape 7"/>
          <p:cNvSpPr/>
          <p:nvPr/>
        </p:nvSpPr>
        <p:spPr>
          <a:xfrm>
            <a:off x="3645000" y="1562040"/>
            <a:ext cx="2768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Масштабирование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CustomShape 8"/>
          <p:cNvSpPr/>
          <p:nvPr/>
        </p:nvSpPr>
        <p:spPr>
          <a:xfrm>
            <a:off x="3887640" y="4551480"/>
            <a:ext cx="2285640" cy="155628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1556280"/>
              <a:gd name="textAreaBottom" fmla="*/ 1556640 h 1556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0     0     0 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0     0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0     0    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1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0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Dx  Dy  Dz    1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CustomShape 9"/>
          <p:cNvSpPr/>
          <p:nvPr/>
        </p:nvSpPr>
        <p:spPr>
          <a:xfrm>
            <a:off x="4040280" y="4397400"/>
            <a:ext cx="2006280" cy="214920"/>
          </a:xfrm>
          <a:custGeom>
            <a:avLst/>
            <a:gdLst>
              <a:gd name="textAreaLeft" fmla="*/ 0 w 2006280"/>
              <a:gd name="textAreaRight" fmla="*/ 2006640 w 2006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CustomShape 10"/>
          <p:cNvSpPr/>
          <p:nvPr/>
        </p:nvSpPr>
        <p:spPr>
          <a:xfrm>
            <a:off x="4029120" y="6021360"/>
            <a:ext cx="2006280" cy="214920"/>
          </a:xfrm>
          <a:custGeom>
            <a:avLst/>
            <a:gdLst>
              <a:gd name="textAreaLeft" fmla="*/ 0 w 2006280"/>
              <a:gd name="textAreaRight" fmla="*/ 2006640 w 2006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CustomShape 11"/>
          <p:cNvSpPr/>
          <p:nvPr/>
        </p:nvSpPr>
        <p:spPr>
          <a:xfrm>
            <a:off x="3214800" y="5032440"/>
            <a:ext cx="632880" cy="459360"/>
          </a:xfrm>
          <a:custGeom>
            <a:avLst/>
            <a:gdLst>
              <a:gd name="textAreaLeft" fmla="*/ 0 w 632880"/>
              <a:gd name="textAreaRight" fmla="*/ 633240 w 632880"/>
              <a:gd name="textAreaTop" fmla="*/ 0 h 459360"/>
              <a:gd name="textAreaBottom" fmla="*/ 459720 h 459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 =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CustomShape 12"/>
          <p:cNvSpPr/>
          <p:nvPr/>
        </p:nvSpPr>
        <p:spPr>
          <a:xfrm>
            <a:off x="3606840" y="3987720"/>
            <a:ext cx="2768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Перенос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CustomShape 1"/>
          <p:cNvSpPr/>
          <p:nvPr/>
        </p:nvSpPr>
        <p:spPr>
          <a:xfrm>
            <a:off x="914400" y="-23508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Трехмерные 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Отображение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CustomShape 2"/>
          <p:cNvSpPr/>
          <p:nvPr/>
        </p:nvSpPr>
        <p:spPr>
          <a:xfrm>
            <a:off x="1670760" y="2060640"/>
            <a:ext cx="1972800" cy="1313280"/>
          </a:xfrm>
          <a:custGeom>
            <a:avLst/>
            <a:gdLst>
              <a:gd name="textAreaLeft" fmla="*/ 0 w 1972800"/>
              <a:gd name="textAreaRight" fmla="*/ 1973160 w 1972800"/>
              <a:gd name="textAreaTop" fmla="*/ 0 h 1313280"/>
              <a:gd name="textAreaBottom" fmla="*/ 1313640 h 131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1      0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0     0 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0      1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0 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  0    -1     0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0      0     0     1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CustomShape 3"/>
          <p:cNvSpPr/>
          <p:nvPr/>
        </p:nvSpPr>
        <p:spPr>
          <a:xfrm>
            <a:off x="1793880" y="1895400"/>
            <a:ext cx="1726920" cy="214920"/>
          </a:xfrm>
          <a:custGeom>
            <a:avLst/>
            <a:gdLst>
              <a:gd name="textAreaLeft" fmla="*/ 0 w 1726920"/>
              <a:gd name="textAreaRight" fmla="*/ 1727280 w 172692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CustomShape 4"/>
          <p:cNvSpPr/>
          <p:nvPr/>
        </p:nvSpPr>
        <p:spPr>
          <a:xfrm>
            <a:off x="1806480" y="4255920"/>
            <a:ext cx="1803240" cy="214920"/>
          </a:xfrm>
          <a:custGeom>
            <a:avLst/>
            <a:gdLst>
              <a:gd name="textAreaLeft" fmla="*/ 0 w 1803240"/>
              <a:gd name="textAreaRight" fmla="*/ 1803600 w 180324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CustomShape 5"/>
          <p:cNvSpPr/>
          <p:nvPr/>
        </p:nvSpPr>
        <p:spPr>
          <a:xfrm>
            <a:off x="838080" y="2541600"/>
            <a:ext cx="885960" cy="398520"/>
          </a:xfrm>
          <a:custGeom>
            <a:avLst/>
            <a:gdLst>
              <a:gd name="textAreaLeft" fmla="*/ 0 w 885960"/>
              <a:gd name="textAreaRight" fmla="*/ 886320 w 885960"/>
              <a:gd name="textAreaTop" fmla="*/ 0 h 398520"/>
              <a:gd name="textAreaBottom" fmla="*/ 398880 h 3985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xy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CustomShape 6"/>
          <p:cNvSpPr/>
          <p:nvPr/>
        </p:nvSpPr>
        <p:spPr>
          <a:xfrm>
            <a:off x="1654200" y="4613400"/>
            <a:ext cx="1958760" cy="1313640"/>
          </a:xfrm>
          <a:custGeom>
            <a:avLst/>
            <a:gdLst>
              <a:gd name="textAreaLeft" fmla="*/ 0 w 1958760"/>
              <a:gd name="textAreaRight" fmla="*/ 1959120 w 1958760"/>
              <a:gd name="textAreaTop" fmla="*/ 0 h 1313640"/>
              <a:gd name="textAreaBottom" fmla="*/ 1314000 h 1313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1      0     0     0 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 -1     0     0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0      0     1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0      0     0     1 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CustomShape 7"/>
          <p:cNvSpPr/>
          <p:nvPr/>
        </p:nvSpPr>
        <p:spPr>
          <a:xfrm>
            <a:off x="1728720" y="4448160"/>
            <a:ext cx="1787400" cy="214920"/>
          </a:xfrm>
          <a:custGeom>
            <a:avLst/>
            <a:gdLst>
              <a:gd name="textAreaLeft" fmla="*/ 0 w 1787400"/>
              <a:gd name="textAreaRight" fmla="*/ 1787760 w 178740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CustomShape 8"/>
          <p:cNvSpPr/>
          <p:nvPr/>
        </p:nvSpPr>
        <p:spPr>
          <a:xfrm>
            <a:off x="1817640" y="3290760"/>
            <a:ext cx="1711080" cy="214920"/>
          </a:xfrm>
          <a:custGeom>
            <a:avLst/>
            <a:gdLst>
              <a:gd name="textAreaLeft" fmla="*/ 0 w 1711080"/>
              <a:gd name="textAreaRight" fmla="*/ 1711440 w 17110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CustomShape 9"/>
          <p:cNvSpPr/>
          <p:nvPr/>
        </p:nvSpPr>
        <p:spPr>
          <a:xfrm>
            <a:off x="851400" y="5094360"/>
            <a:ext cx="806760" cy="398520"/>
          </a:xfrm>
          <a:custGeom>
            <a:avLst/>
            <a:gdLst>
              <a:gd name="textAreaLeft" fmla="*/ 0 w 806760"/>
              <a:gd name="textAreaRight" fmla="*/ 807120 w 806760"/>
              <a:gd name="textAreaTop" fmla="*/ 0 h 398520"/>
              <a:gd name="textAreaBottom" fmla="*/ 398880 h 3985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Mxz=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CustomShape 10"/>
          <p:cNvSpPr/>
          <p:nvPr/>
        </p:nvSpPr>
        <p:spPr>
          <a:xfrm>
            <a:off x="5747400" y="4613400"/>
            <a:ext cx="1994040" cy="1313280"/>
          </a:xfrm>
          <a:custGeom>
            <a:avLst/>
            <a:gdLst>
              <a:gd name="textAreaLeft" fmla="*/ 0 w 1994040"/>
              <a:gd name="textAreaRight" fmla="*/ 1994400 w 1994040"/>
              <a:gd name="textAreaTop" fmla="*/ 0 h 1313280"/>
              <a:gd name="textAreaBottom" fmla="*/ 1313640 h 131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-1      0      0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0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0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1 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0     0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0      0      1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0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0      0      0     1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CustomShape 11"/>
          <p:cNvSpPr/>
          <p:nvPr/>
        </p:nvSpPr>
        <p:spPr>
          <a:xfrm>
            <a:off x="5896080" y="4511520"/>
            <a:ext cx="1739520" cy="214920"/>
          </a:xfrm>
          <a:custGeom>
            <a:avLst/>
            <a:gdLst>
              <a:gd name="textAreaLeft" fmla="*/ 0 w 1739520"/>
              <a:gd name="textAreaRight" fmla="*/ 1739880 w 173952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CustomShape 12"/>
          <p:cNvSpPr/>
          <p:nvPr/>
        </p:nvSpPr>
        <p:spPr>
          <a:xfrm>
            <a:off x="5881320" y="5843520"/>
            <a:ext cx="1726560" cy="214920"/>
          </a:xfrm>
          <a:custGeom>
            <a:avLst/>
            <a:gdLst>
              <a:gd name="textAreaLeft" fmla="*/ 0 w 1726560"/>
              <a:gd name="textAreaRight" fmla="*/ 1726920 w 172656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CustomShape 13"/>
          <p:cNvSpPr/>
          <p:nvPr/>
        </p:nvSpPr>
        <p:spPr>
          <a:xfrm>
            <a:off x="4889520" y="5094360"/>
            <a:ext cx="870840" cy="398520"/>
          </a:xfrm>
          <a:custGeom>
            <a:avLst/>
            <a:gdLst>
              <a:gd name="textAreaLeft" fmla="*/ 0 w 870840"/>
              <a:gd name="textAreaRight" fmla="*/ 871200 w 870840"/>
              <a:gd name="textAreaTop" fmla="*/ 0 h 398520"/>
              <a:gd name="textAreaBottom" fmla="*/ 398880 h 3985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Myz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CustomShape 14"/>
          <p:cNvSpPr/>
          <p:nvPr/>
        </p:nvSpPr>
        <p:spPr>
          <a:xfrm>
            <a:off x="1744200" y="5879160"/>
            <a:ext cx="1787400" cy="347040"/>
          </a:xfrm>
          <a:custGeom>
            <a:avLst/>
            <a:gdLst>
              <a:gd name="textAreaLeft" fmla="*/ 0 w 1787400"/>
              <a:gd name="textAreaRight" fmla="*/ 1787760 w 1787400"/>
              <a:gd name="textAreaTop" fmla="*/ 0 h 347040"/>
              <a:gd name="textAreaBottom" fmla="*/ 347400 h 3470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0" name="Group 15"/>
          <p:cNvGrpSpPr/>
          <p:nvPr/>
        </p:nvGrpSpPr>
        <p:grpSpPr>
          <a:xfrm>
            <a:off x="5626080" y="1460520"/>
            <a:ext cx="2222280" cy="2412000"/>
            <a:chOff x="5626080" y="1460520"/>
            <a:chExt cx="2222280" cy="2412000"/>
          </a:xfrm>
        </p:grpSpPr>
        <p:sp>
          <p:nvSpPr>
            <p:cNvPr id="841" name="CustomShape 16"/>
            <p:cNvSpPr/>
            <p:nvPr/>
          </p:nvSpPr>
          <p:spPr>
            <a:xfrm>
              <a:off x="6946920" y="2184120"/>
              <a:ext cx="545760" cy="545400"/>
            </a:xfrm>
            <a:prstGeom prst="cube">
              <a:avLst>
                <a:gd name="adj" fmla="val 25000"/>
              </a:avLst>
            </a:prstGeom>
            <a:solidFill>
              <a:srgbClr val="3399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Line 17"/>
            <p:cNvSpPr/>
            <p:nvPr/>
          </p:nvSpPr>
          <p:spPr>
            <a:xfrm flipH="1">
              <a:off x="5626080" y="2222280"/>
              <a:ext cx="1333440" cy="129492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tailEnd len="lg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CustomShape 18"/>
            <p:cNvSpPr/>
            <p:nvPr/>
          </p:nvSpPr>
          <p:spPr>
            <a:xfrm>
              <a:off x="7480080" y="3060360"/>
              <a:ext cx="368280" cy="367560"/>
            </a:xfrm>
            <a:custGeom>
              <a:avLst/>
              <a:gdLst>
                <a:gd name="textAreaLeft" fmla="*/ 0 w 368280"/>
                <a:gd name="textAreaRight" fmla="*/ 368640 w 368280"/>
                <a:gd name="textAreaTop" fmla="*/ 0 h 367560"/>
                <a:gd name="textAreaBottom" fmla="*/ 367920 h 3675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23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X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CustomShape 19"/>
            <p:cNvSpPr/>
            <p:nvPr/>
          </p:nvSpPr>
          <p:spPr>
            <a:xfrm>
              <a:off x="5676840" y="3504960"/>
              <a:ext cx="367920" cy="367560"/>
            </a:xfrm>
            <a:custGeom>
              <a:avLst/>
              <a:gdLst>
                <a:gd name="textAreaLeft" fmla="*/ 0 w 367920"/>
                <a:gd name="textAreaRight" fmla="*/ 368280 w 367920"/>
                <a:gd name="textAreaTop" fmla="*/ 0 h 367560"/>
                <a:gd name="textAreaBottom" fmla="*/ 367920 h 3675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23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Z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CustomShape 20"/>
            <p:cNvSpPr/>
            <p:nvPr/>
          </p:nvSpPr>
          <p:spPr>
            <a:xfrm>
              <a:off x="6159600" y="1688760"/>
              <a:ext cx="1561680" cy="1345680"/>
            </a:xfrm>
            <a:prstGeom prst="rect">
              <a:avLst/>
            </a:prstGeom>
            <a:solidFill>
              <a:srgbClr val="BBE0E3">
                <a:alpha val="50000"/>
              </a:srgbClr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CustomShape 21"/>
            <p:cNvSpPr/>
            <p:nvPr/>
          </p:nvSpPr>
          <p:spPr>
            <a:xfrm>
              <a:off x="6159600" y="1460520"/>
              <a:ext cx="367920" cy="367560"/>
            </a:xfrm>
            <a:custGeom>
              <a:avLst/>
              <a:gdLst>
                <a:gd name="textAreaLeft" fmla="*/ 0 w 367920"/>
                <a:gd name="textAreaRight" fmla="*/ 368280 w 367920"/>
                <a:gd name="textAreaTop" fmla="*/ 0 h 367560"/>
                <a:gd name="textAreaBottom" fmla="*/ 367920 h 3675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23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Y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Line 22"/>
            <p:cNvSpPr/>
            <p:nvPr/>
          </p:nvSpPr>
          <p:spPr>
            <a:xfrm>
              <a:off x="6159600" y="1574640"/>
              <a:ext cx="360" cy="143460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len="lg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Line 23"/>
            <p:cNvSpPr/>
            <p:nvPr/>
          </p:nvSpPr>
          <p:spPr>
            <a:xfrm>
              <a:off x="6134040" y="3022200"/>
              <a:ext cx="1701720" cy="36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tailEnd len="lg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CustomShape 24"/>
            <p:cNvSpPr/>
            <p:nvPr/>
          </p:nvSpPr>
          <p:spPr>
            <a:xfrm>
              <a:off x="6210360" y="2984400"/>
              <a:ext cx="545760" cy="545400"/>
            </a:xfrm>
            <a:prstGeom prst="cube">
              <a:avLst>
                <a:gd name="adj" fmla="val 25000"/>
              </a:avLst>
            </a:prstGeom>
            <a:solidFill>
              <a:srgbClr val="3399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CustomShape 1"/>
          <p:cNvSpPr/>
          <p:nvPr/>
        </p:nvSpPr>
        <p:spPr>
          <a:xfrm>
            <a:off x="914400" y="-5724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Трехмерные 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CustomShape 2"/>
          <p:cNvSpPr/>
          <p:nvPr/>
        </p:nvSpPr>
        <p:spPr>
          <a:xfrm>
            <a:off x="3454560" y="1244520"/>
            <a:ext cx="2768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Поворот </a:t>
            </a: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R=R</a:t>
            </a:r>
            <a:r>
              <a:rPr lang="en-US" sz="2000" b="1" u="none" strike="noStrike" baseline="-25000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x</a:t>
            </a: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2000" b="1" u="none" strike="noStrike" baseline="-25000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y</a:t>
            </a: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2000" b="1" u="none" strike="noStrike" baseline="-25000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z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2" name="Group 3"/>
          <p:cNvGrpSpPr/>
          <p:nvPr/>
        </p:nvGrpSpPr>
        <p:grpSpPr>
          <a:xfrm>
            <a:off x="3163320" y="1793880"/>
            <a:ext cx="3032280" cy="1546920"/>
            <a:chOff x="3163320" y="1793880"/>
            <a:chExt cx="3032280" cy="1546920"/>
          </a:xfrm>
        </p:grpSpPr>
        <p:sp>
          <p:nvSpPr>
            <p:cNvPr id="853" name="CustomShape 4"/>
            <p:cNvSpPr/>
            <p:nvPr/>
          </p:nvSpPr>
          <p:spPr>
            <a:xfrm>
              <a:off x="3827160" y="1893960"/>
              <a:ext cx="2368440" cy="1313280"/>
            </a:xfrm>
            <a:custGeom>
              <a:avLst/>
              <a:gdLst>
                <a:gd name="textAreaLeft" fmla="*/ 0 w 2368440"/>
                <a:gd name="textAreaRight" fmla="*/ 2368800 w 2368440"/>
                <a:gd name="textAreaTop" fmla="*/ 0 h 1313280"/>
                <a:gd name="textAreaBottom" fmla="*/ 1313640 h 13132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cos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sin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0    0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-sin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cos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0 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0 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0         0        1    0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0         0        0    1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CustomShape 5"/>
            <p:cNvSpPr/>
            <p:nvPr/>
          </p:nvSpPr>
          <p:spPr>
            <a:xfrm>
              <a:off x="3952800" y="1793880"/>
              <a:ext cx="1980720" cy="2149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                </a:t>
              </a:r>
              <a:endParaRPr lang="ru-RU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CustomShape 6"/>
            <p:cNvSpPr/>
            <p:nvPr/>
          </p:nvSpPr>
          <p:spPr>
            <a:xfrm>
              <a:off x="3952800" y="3125880"/>
              <a:ext cx="1980720" cy="2149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                </a:t>
              </a:r>
              <a:endParaRPr lang="ru-RU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CustomShape 7"/>
            <p:cNvSpPr/>
            <p:nvPr/>
          </p:nvSpPr>
          <p:spPr>
            <a:xfrm>
              <a:off x="3163320" y="2376360"/>
              <a:ext cx="686160" cy="398160"/>
            </a:xfrm>
            <a:custGeom>
              <a:avLst/>
              <a:gdLst>
                <a:gd name="textAreaLeft" fmla="*/ 0 w 686160"/>
                <a:gd name="textAreaRight" fmla="*/ 686520 w 686160"/>
                <a:gd name="textAreaTop" fmla="*/ 0 h 398160"/>
                <a:gd name="textAreaBottom" fmla="*/ 398520 h 3981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Rz =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7" name="CustomShape 8"/>
          <p:cNvSpPr/>
          <p:nvPr/>
        </p:nvSpPr>
        <p:spPr>
          <a:xfrm>
            <a:off x="3800520" y="3483000"/>
            <a:ext cx="2288880" cy="1313640"/>
          </a:xfrm>
          <a:custGeom>
            <a:avLst/>
            <a:gdLst>
              <a:gd name="textAreaLeft" fmla="*/ 0 w 2288880"/>
              <a:gd name="textAreaRight" fmla="*/ 2289240 w 2288880"/>
              <a:gd name="textAreaTop" fmla="*/ 0 h 1313640"/>
              <a:gd name="textAreaBottom" fmla="*/ 1314000 h 1313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1       0        0        0 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     cos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sin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0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    -sin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cos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0       0        0        1 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CustomShape 9"/>
          <p:cNvSpPr/>
          <p:nvPr/>
        </p:nvSpPr>
        <p:spPr>
          <a:xfrm>
            <a:off x="3951360" y="3381480"/>
            <a:ext cx="2015640" cy="214920"/>
          </a:xfrm>
          <a:custGeom>
            <a:avLst/>
            <a:gdLst>
              <a:gd name="textAreaLeft" fmla="*/ 0 w 2015640"/>
              <a:gd name="textAreaRight" fmla="*/ 2016000 w 201564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CustomShape 10"/>
          <p:cNvSpPr/>
          <p:nvPr/>
        </p:nvSpPr>
        <p:spPr>
          <a:xfrm>
            <a:off x="3951360" y="4713120"/>
            <a:ext cx="2015640" cy="214920"/>
          </a:xfrm>
          <a:custGeom>
            <a:avLst/>
            <a:gdLst>
              <a:gd name="textAreaLeft" fmla="*/ 0 w 2015640"/>
              <a:gd name="textAreaRight" fmla="*/ 2016000 w 201564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CustomShape 11"/>
          <p:cNvSpPr/>
          <p:nvPr/>
        </p:nvSpPr>
        <p:spPr>
          <a:xfrm>
            <a:off x="3188160" y="3963960"/>
            <a:ext cx="701640" cy="398520"/>
          </a:xfrm>
          <a:custGeom>
            <a:avLst/>
            <a:gdLst>
              <a:gd name="textAreaLeft" fmla="*/ 0 w 701640"/>
              <a:gd name="textAreaRight" fmla="*/ 702000 w 701640"/>
              <a:gd name="textAreaTop" fmla="*/ 0 h 398520"/>
              <a:gd name="textAreaBottom" fmla="*/ 398880 h 3985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Rx =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1" name="Group 12"/>
          <p:cNvGrpSpPr/>
          <p:nvPr/>
        </p:nvGrpSpPr>
        <p:grpSpPr>
          <a:xfrm>
            <a:off x="3162960" y="4994280"/>
            <a:ext cx="2884680" cy="1546920"/>
            <a:chOff x="3162960" y="4994280"/>
            <a:chExt cx="2884680" cy="1546920"/>
          </a:xfrm>
        </p:grpSpPr>
        <p:sp>
          <p:nvSpPr>
            <p:cNvPr id="862" name="CustomShape 13"/>
            <p:cNvSpPr/>
            <p:nvPr/>
          </p:nvSpPr>
          <p:spPr>
            <a:xfrm>
              <a:off x="3805200" y="5094360"/>
              <a:ext cx="2242440" cy="1313280"/>
            </a:xfrm>
            <a:custGeom>
              <a:avLst/>
              <a:gdLst>
                <a:gd name="textAreaLeft" fmla="*/ 0 w 2242440"/>
                <a:gd name="textAreaRight" fmla="*/ 2242800 w 2242440"/>
                <a:gd name="textAreaTop" fmla="*/ 0 h 1313280"/>
                <a:gd name="textAreaBottom" fmla="*/ 1313640 h 13132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cos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0  -sin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0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    1   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0       0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sin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0   cos </a:t>
              </a:r>
              <a:r>
                <a:rPr lang="ru-RU" sz="1800" b="1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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    </a:t>
              </a: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0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0       0      0       1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CustomShape 14"/>
            <p:cNvSpPr/>
            <p:nvPr/>
          </p:nvSpPr>
          <p:spPr>
            <a:xfrm>
              <a:off x="3952800" y="4994280"/>
              <a:ext cx="1980720" cy="2149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                </a:t>
              </a:r>
              <a:endParaRPr lang="ru-RU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CustomShape 15"/>
            <p:cNvSpPr/>
            <p:nvPr/>
          </p:nvSpPr>
          <p:spPr>
            <a:xfrm>
              <a:off x="3952800" y="6326280"/>
              <a:ext cx="1980720" cy="2149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                    </a:t>
              </a:r>
              <a:endParaRPr lang="ru-RU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CustomShape 16"/>
            <p:cNvSpPr/>
            <p:nvPr/>
          </p:nvSpPr>
          <p:spPr>
            <a:xfrm>
              <a:off x="3162960" y="5576760"/>
              <a:ext cx="701640" cy="398520"/>
            </a:xfrm>
            <a:custGeom>
              <a:avLst/>
              <a:gdLst>
                <a:gd name="textAreaLeft" fmla="*/ 0 w 701640"/>
                <a:gd name="textAreaRight" fmla="*/ 702000 w 701640"/>
                <a:gd name="textAreaTop" fmla="*/ 0 h 398520"/>
                <a:gd name="textAreaBottom" fmla="*/ 398880 h 3985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Ry =</a:t>
              </a:r>
              <a:endPara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CustomShape 1"/>
          <p:cNvSpPr/>
          <p:nvPr/>
        </p:nvSpPr>
        <p:spPr>
          <a:xfrm>
            <a:off x="914400" y="-5724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Трехмерные 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Произвольный поворот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CustomShape 2"/>
          <p:cNvSpPr/>
          <p:nvPr/>
        </p:nvSpPr>
        <p:spPr>
          <a:xfrm>
            <a:off x="4419720" y="1787400"/>
            <a:ext cx="2049120" cy="2145960"/>
          </a:xfrm>
          <a:prstGeom prst="rect">
            <a:avLst/>
          </a:prstGeom>
          <a:solidFill>
            <a:srgbClr val="CCFF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Line 3"/>
          <p:cNvSpPr/>
          <p:nvPr/>
        </p:nvSpPr>
        <p:spPr>
          <a:xfrm flipV="1">
            <a:off x="4444920" y="2444760"/>
            <a:ext cx="941400" cy="1512720"/>
          </a:xfrm>
          <a:prstGeom prst="line">
            <a:avLst/>
          </a:prstGeom>
          <a:ln w="38160">
            <a:solidFill>
              <a:srgbClr val="80808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Line 4"/>
          <p:cNvSpPr/>
          <p:nvPr/>
        </p:nvSpPr>
        <p:spPr>
          <a:xfrm flipV="1">
            <a:off x="4432320" y="2418840"/>
            <a:ext cx="941400" cy="1513080"/>
          </a:xfrm>
          <a:prstGeom prst="line">
            <a:avLst/>
          </a:prstGeom>
          <a:ln w="38160">
            <a:solidFill>
              <a:srgbClr val="CC33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CustomShape 5"/>
          <p:cNvSpPr/>
          <p:nvPr/>
        </p:nvSpPr>
        <p:spPr>
          <a:xfrm>
            <a:off x="3249000" y="3957480"/>
            <a:ext cx="3222360" cy="1331280"/>
          </a:xfrm>
          <a:custGeom>
            <a:avLst/>
            <a:gdLst>
              <a:gd name="textAreaLeft" fmla="*/ 0 w 3222360"/>
              <a:gd name="textAreaRight" fmla="*/ 3222720 w 3222360"/>
              <a:gd name="textAreaTop" fmla="*/ 0 h 1331280"/>
              <a:gd name="textAreaBottom" fmla="*/ 1331640 h 1331280"/>
            </a:gdLst>
            <a:ahLst/>
            <a:cxnLst/>
            <a:rect l="textAreaLeft" t="textAreaTop" r="textAreaRight" b="textAreaBottom"/>
            <a:pathLst>
              <a:path w="8954" h="3701">
                <a:moveTo>
                  <a:pt x="3267" y="0"/>
                </a:moveTo>
                <a:lnTo>
                  <a:pt x="8953" y="0"/>
                </a:lnTo>
                <a:lnTo>
                  <a:pt x="5685" y="3700"/>
                </a:lnTo>
                <a:lnTo>
                  <a:pt x="0" y="3700"/>
                </a:lnTo>
                <a:lnTo>
                  <a:pt x="3267" y="0"/>
                </a:lnTo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Line 6"/>
          <p:cNvSpPr/>
          <p:nvPr/>
        </p:nvSpPr>
        <p:spPr>
          <a:xfrm>
            <a:off x="5361120" y="2433600"/>
            <a:ext cx="360" cy="19623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Line 7"/>
          <p:cNvSpPr/>
          <p:nvPr/>
        </p:nvSpPr>
        <p:spPr>
          <a:xfrm flipH="1">
            <a:off x="4006440" y="4395960"/>
            <a:ext cx="1314360" cy="3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CustomShape 8"/>
          <p:cNvSpPr/>
          <p:nvPr/>
        </p:nvSpPr>
        <p:spPr>
          <a:xfrm rot="16200000">
            <a:off x="2081880" y="2941920"/>
            <a:ext cx="3514320" cy="1198440"/>
          </a:xfrm>
          <a:custGeom>
            <a:avLst/>
            <a:gdLst>
              <a:gd name="textAreaLeft" fmla="*/ 0 w 3514320"/>
              <a:gd name="textAreaRight" fmla="*/ 3514680 w 3514320"/>
              <a:gd name="textAreaTop" fmla="*/ 0 h 1198440"/>
              <a:gd name="textAreaBottom" fmla="*/ 1198800 h 1198440"/>
            </a:gdLst>
            <a:ahLst/>
            <a:cxnLst/>
            <a:rect l="textAreaLeft" t="textAreaTop" r="textAreaRight" b="textAreaBottom"/>
            <a:pathLst>
              <a:path w="9765" h="3332">
                <a:moveTo>
                  <a:pt x="3774" y="3331"/>
                </a:moveTo>
                <a:lnTo>
                  <a:pt x="9764" y="3331"/>
                </a:lnTo>
                <a:lnTo>
                  <a:pt x="5989" y="0"/>
                </a:lnTo>
                <a:lnTo>
                  <a:pt x="0" y="0"/>
                </a:lnTo>
                <a:lnTo>
                  <a:pt x="3774" y="3331"/>
                </a:lnTo>
              </a:path>
            </a:pathLst>
          </a:custGeom>
          <a:solidFill>
            <a:srgbClr val="9CCEB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Line 9"/>
          <p:cNvSpPr/>
          <p:nvPr/>
        </p:nvSpPr>
        <p:spPr>
          <a:xfrm flipH="1">
            <a:off x="4044960" y="2433600"/>
            <a:ext cx="1303200" cy="3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Line 10"/>
          <p:cNvSpPr/>
          <p:nvPr/>
        </p:nvSpPr>
        <p:spPr>
          <a:xfrm flipV="1">
            <a:off x="4006800" y="2447640"/>
            <a:ext cx="360" cy="19335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Line 11"/>
          <p:cNvSpPr/>
          <p:nvPr/>
        </p:nvSpPr>
        <p:spPr>
          <a:xfrm>
            <a:off x="4444920" y="3960720"/>
            <a:ext cx="903240" cy="4208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Line 12"/>
          <p:cNvSpPr/>
          <p:nvPr/>
        </p:nvSpPr>
        <p:spPr>
          <a:xfrm flipH="1" flipV="1">
            <a:off x="3994200" y="2433240"/>
            <a:ext cx="450720" cy="1513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CustomShape 16"/>
          <p:cNvSpPr/>
          <p:nvPr/>
        </p:nvSpPr>
        <p:spPr>
          <a:xfrm>
            <a:off x="6508800" y="4003560"/>
            <a:ext cx="347400" cy="367560"/>
          </a:xfrm>
          <a:custGeom>
            <a:avLst/>
            <a:gdLst>
              <a:gd name="textAreaLeft" fmla="*/ 0 w 347400"/>
              <a:gd name="textAreaRight" fmla="*/ 347760 w 347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CustomShape 17"/>
          <p:cNvSpPr/>
          <p:nvPr/>
        </p:nvSpPr>
        <p:spPr>
          <a:xfrm>
            <a:off x="2743200" y="5068800"/>
            <a:ext cx="347400" cy="367560"/>
          </a:xfrm>
          <a:custGeom>
            <a:avLst/>
            <a:gdLst>
              <a:gd name="textAreaLeft" fmla="*/ 0 w 347400"/>
              <a:gd name="textAreaRight" fmla="*/ 347760 w 347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CustomShape 18"/>
          <p:cNvSpPr/>
          <p:nvPr/>
        </p:nvSpPr>
        <p:spPr>
          <a:xfrm>
            <a:off x="3975120" y="3303720"/>
            <a:ext cx="399600" cy="367560"/>
          </a:xfrm>
          <a:custGeom>
            <a:avLst/>
            <a:gdLst>
              <a:gd name="textAreaLeft" fmla="*/ 0 w 399600"/>
              <a:gd name="textAreaRight" fmla="*/ 399960 w 3996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CustomShape 19"/>
          <p:cNvSpPr/>
          <p:nvPr/>
        </p:nvSpPr>
        <p:spPr>
          <a:xfrm>
            <a:off x="4500720" y="4037040"/>
            <a:ext cx="387000" cy="367560"/>
          </a:xfrm>
          <a:custGeom>
            <a:avLst/>
            <a:gdLst>
              <a:gd name="textAreaLeft" fmla="*/ 0 w 387000"/>
              <a:gd name="textAreaRight" fmla="*/ 387360 w 3870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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CustomShape 20"/>
          <p:cNvSpPr/>
          <p:nvPr/>
        </p:nvSpPr>
        <p:spPr>
          <a:xfrm>
            <a:off x="5380200" y="2398680"/>
            <a:ext cx="332640" cy="367560"/>
          </a:xfrm>
          <a:custGeom>
            <a:avLst/>
            <a:gdLst>
              <a:gd name="textAreaLeft" fmla="*/ 0 w 332640"/>
              <a:gd name="textAreaRight" fmla="*/ 333000 w 33264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Line 21"/>
          <p:cNvSpPr/>
          <p:nvPr/>
        </p:nvSpPr>
        <p:spPr>
          <a:xfrm flipH="1">
            <a:off x="2975040" y="3946680"/>
            <a:ext cx="1457280" cy="165420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Line 22"/>
          <p:cNvSpPr/>
          <p:nvPr/>
        </p:nvSpPr>
        <p:spPr>
          <a:xfrm>
            <a:off x="4444920" y="3946680"/>
            <a:ext cx="2514600" cy="36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CustomShape 23"/>
          <p:cNvSpPr/>
          <p:nvPr/>
        </p:nvSpPr>
        <p:spPr>
          <a:xfrm>
            <a:off x="4084560" y="1311120"/>
            <a:ext cx="347400" cy="367560"/>
          </a:xfrm>
          <a:custGeom>
            <a:avLst/>
            <a:gdLst>
              <a:gd name="textAreaLeft" fmla="*/ 0 w 347400"/>
              <a:gd name="textAreaRight" fmla="*/ 347760 w 347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defTabSz="914400"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Line 24"/>
          <p:cNvSpPr/>
          <p:nvPr/>
        </p:nvSpPr>
        <p:spPr>
          <a:xfrm flipV="1">
            <a:off x="4432320" y="1269720"/>
            <a:ext cx="360" cy="267660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Line 25"/>
          <p:cNvSpPr/>
          <p:nvPr/>
        </p:nvSpPr>
        <p:spPr>
          <a:xfrm flipH="1">
            <a:off x="5372280" y="1960560"/>
            <a:ext cx="398160" cy="4665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Line 26"/>
          <p:cNvSpPr/>
          <p:nvPr/>
        </p:nvSpPr>
        <p:spPr>
          <a:xfrm flipH="1">
            <a:off x="4425480" y="1963800"/>
            <a:ext cx="1303560" cy="3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Line 27"/>
          <p:cNvSpPr/>
          <p:nvPr/>
        </p:nvSpPr>
        <p:spPr>
          <a:xfrm flipH="1">
            <a:off x="4009680" y="1960560"/>
            <a:ext cx="398520" cy="4665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Line 28"/>
          <p:cNvSpPr/>
          <p:nvPr/>
        </p:nvSpPr>
        <p:spPr>
          <a:xfrm>
            <a:off x="5770440" y="1986120"/>
            <a:ext cx="360" cy="196200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Line 29"/>
          <p:cNvSpPr/>
          <p:nvPr/>
        </p:nvSpPr>
        <p:spPr>
          <a:xfrm flipH="1">
            <a:off x="5372280" y="3941640"/>
            <a:ext cx="398160" cy="46692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CustomShape 30"/>
          <p:cNvSpPr/>
          <p:nvPr/>
        </p:nvSpPr>
        <p:spPr>
          <a:xfrm>
            <a:off x="3517560" y="4074480"/>
            <a:ext cx="417960" cy="336960"/>
          </a:xfrm>
          <a:custGeom>
            <a:avLst/>
            <a:gdLst>
              <a:gd name="textAreaLeft" fmla="*/ 0 w 417960"/>
              <a:gd name="textAreaRight" fmla="*/ 418320 w 41796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Vz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CustomShape 31"/>
          <p:cNvSpPr/>
          <p:nvPr/>
        </p:nvSpPr>
        <p:spPr>
          <a:xfrm>
            <a:off x="4865040" y="3641760"/>
            <a:ext cx="417960" cy="336960"/>
          </a:xfrm>
          <a:custGeom>
            <a:avLst/>
            <a:gdLst>
              <a:gd name="textAreaLeft" fmla="*/ 0 w 417960"/>
              <a:gd name="textAreaRight" fmla="*/ 418320 w 41796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Vx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CustomShape 32"/>
          <p:cNvSpPr/>
          <p:nvPr/>
        </p:nvSpPr>
        <p:spPr>
          <a:xfrm>
            <a:off x="4398480" y="2851200"/>
            <a:ext cx="417960" cy="336960"/>
          </a:xfrm>
          <a:custGeom>
            <a:avLst/>
            <a:gdLst>
              <a:gd name="textAreaLeft" fmla="*/ 0 w 417960"/>
              <a:gd name="textAreaRight" fmla="*/ 418320 w 417960"/>
              <a:gd name="textAreaTop" fmla="*/ 0 h 336960"/>
              <a:gd name="textAreaBottom" fmla="*/ 337320 h 336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Vy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Дуга 1"/>
          <p:cNvSpPr/>
          <p:nvPr/>
        </p:nvSpPr>
        <p:spPr>
          <a:xfrm rot="5738400">
            <a:off x="4332600" y="3863520"/>
            <a:ext cx="215640" cy="314280"/>
          </a:xfrm>
          <a:prstGeom prst="arc">
            <a:avLst>
              <a:gd name="adj1" fmla="val 16200000"/>
              <a:gd name="adj2" fmla="val 3499497"/>
            </a:avLst>
          </a:prstGeom>
          <a:noFill/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6" name="Дуга 2"/>
          <p:cNvSpPr/>
          <p:nvPr/>
        </p:nvSpPr>
        <p:spPr>
          <a:xfrm rot="13464000">
            <a:off x="4271400" y="3640320"/>
            <a:ext cx="431640" cy="501120"/>
          </a:xfrm>
          <a:prstGeom prst="arc">
            <a:avLst>
              <a:gd name="adj1" fmla="val 16200000"/>
              <a:gd name="adj2" fmla="val 847505"/>
            </a:avLst>
          </a:prstGeom>
          <a:noFill/>
          <a:ln w="19050">
            <a:solidFill>
              <a:srgbClr val="F79646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CustomShape 1"/>
          <p:cNvSpPr/>
          <p:nvPr/>
        </p:nvSpPr>
        <p:spPr>
          <a:xfrm>
            <a:off x="914400" y="-20016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Геометрические преобразования</a:t>
            </a:r>
            <a:br>
              <a:rPr sz="1800"/>
            </a:b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Коммутативность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98" name="Table 2"/>
          <p:cNvGraphicFramePr/>
          <p:nvPr/>
        </p:nvGraphicFramePr>
        <p:xfrm>
          <a:off x="1397160" y="1798560"/>
          <a:ext cx="6692400" cy="3739680"/>
        </p:xfrm>
        <a:graphic>
          <a:graphicData uri="http://schemas.openxmlformats.org/drawingml/2006/table">
            <a:tbl>
              <a:tblPr/>
              <a:tblGrid>
                <a:gridCol w="3441600"/>
                <a:gridCol w="3251160"/>
              </a:tblGrid>
              <a:tr h="5367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M1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M2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079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Перенос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Перенос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50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Масштабирование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Масштабирование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50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Поворот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(</a:t>
                      </a: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вокруг одной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Поворот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и той же оси)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50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Масштабирование 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(при 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Sx=Sy=Sz</a:t>
                      </a: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)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Поворот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Line 1"/>
          <p:cNvSpPr/>
          <p:nvPr/>
        </p:nvSpPr>
        <p:spPr>
          <a:xfrm flipV="1">
            <a:off x="5918040" y="1333440"/>
            <a:ext cx="711360" cy="711360"/>
          </a:xfrm>
          <a:prstGeom prst="line">
            <a:avLst/>
          </a:prstGeom>
          <a:ln w="2232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Line 2"/>
          <p:cNvSpPr/>
          <p:nvPr/>
        </p:nvSpPr>
        <p:spPr>
          <a:xfrm flipV="1">
            <a:off x="1714680" y="1320480"/>
            <a:ext cx="711000" cy="711000"/>
          </a:xfrm>
          <a:prstGeom prst="line">
            <a:avLst/>
          </a:prstGeom>
          <a:ln w="2232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CustomShape 3"/>
          <p:cNvSpPr/>
          <p:nvPr/>
        </p:nvSpPr>
        <p:spPr>
          <a:xfrm>
            <a:off x="914400" y="-20952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Геометрические преобразования</a:t>
            </a:r>
            <a:br>
              <a:rPr sz="1800"/>
            </a:b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как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 изменения</a:t>
            </a: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координатных систем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CustomShape 4"/>
          <p:cNvSpPr/>
          <p:nvPr/>
        </p:nvSpPr>
        <p:spPr>
          <a:xfrm>
            <a:off x="915120" y="2805120"/>
            <a:ext cx="471240" cy="367920"/>
          </a:xfrm>
          <a:custGeom>
            <a:avLst/>
            <a:gdLst>
              <a:gd name="textAreaLeft" fmla="*/ 0 w 471240"/>
              <a:gd name="textAreaRight" fmla="*/ 471600 w 47124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CustomShape 5"/>
          <p:cNvSpPr/>
          <p:nvPr/>
        </p:nvSpPr>
        <p:spPr>
          <a:xfrm>
            <a:off x="844920" y="3621240"/>
            <a:ext cx="383400" cy="367560"/>
          </a:xfrm>
          <a:custGeom>
            <a:avLst/>
            <a:gdLst>
              <a:gd name="textAreaLeft" fmla="*/ 0 w 383400"/>
              <a:gd name="textAreaRight" fmla="*/ 383760 w 383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a)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Line 6"/>
          <p:cNvSpPr/>
          <p:nvPr/>
        </p:nvSpPr>
        <p:spPr>
          <a:xfrm flipV="1">
            <a:off x="1477800" y="938160"/>
            <a:ext cx="360" cy="22068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Line 7"/>
          <p:cNvSpPr/>
          <p:nvPr/>
        </p:nvSpPr>
        <p:spPr>
          <a:xfrm>
            <a:off x="1477800" y="3144960"/>
            <a:ext cx="190044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Line 8"/>
          <p:cNvSpPr/>
          <p:nvPr/>
        </p:nvSpPr>
        <p:spPr>
          <a:xfrm flipV="1">
            <a:off x="2197080" y="302904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Line 9"/>
          <p:cNvSpPr/>
          <p:nvPr/>
        </p:nvSpPr>
        <p:spPr>
          <a:xfrm flipV="1">
            <a:off x="2921040" y="302904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Line 10"/>
          <p:cNvSpPr/>
          <p:nvPr/>
        </p:nvSpPr>
        <p:spPr>
          <a:xfrm>
            <a:off x="1479600" y="1704960"/>
            <a:ext cx="10152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Line 11"/>
          <p:cNvSpPr/>
          <p:nvPr/>
        </p:nvSpPr>
        <p:spPr>
          <a:xfrm>
            <a:off x="1479600" y="2419200"/>
            <a:ext cx="10152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0" name="Group 12"/>
          <p:cNvGrpSpPr/>
          <p:nvPr/>
        </p:nvGrpSpPr>
        <p:grpSpPr>
          <a:xfrm>
            <a:off x="1841400" y="3029040"/>
            <a:ext cx="1438560" cy="101520"/>
            <a:chOff x="1841400" y="3029040"/>
            <a:chExt cx="1438560" cy="101520"/>
          </a:xfrm>
        </p:grpSpPr>
        <p:sp>
          <p:nvSpPr>
            <p:cNvPr id="911" name="Line 13"/>
            <p:cNvSpPr/>
            <p:nvPr/>
          </p:nvSpPr>
          <p:spPr>
            <a:xfrm flipV="1">
              <a:off x="1841400" y="302904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Line 14"/>
            <p:cNvSpPr/>
            <p:nvPr/>
          </p:nvSpPr>
          <p:spPr>
            <a:xfrm flipV="1">
              <a:off x="2565000" y="302904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Line 15"/>
            <p:cNvSpPr/>
            <p:nvPr/>
          </p:nvSpPr>
          <p:spPr>
            <a:xfrm flipV="1">
              <a:off x="3279600" y="302904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14" name="Group 16"/>
          <p:cNvGrpSpPr/>
          <p:nvPr/>
        </p:nvGrpSpPr>
        <p:grpSpPr>
          <a:xfrm>
            <a:off x="1481040" y="1357560"/>
            <a:ext cx="101520" cy="1438560"/>
            <a:chOff x="1481040" y="1357560"/>
            <a:chExt cx="101520" cy="1438560"/>
          </a:xfrm>
        </p:grpSpPr>
        <p:sp>
          <p:nvSpPr>
            <p:cNvPr id="915" name="Line 17"/>
            <p:cNvSpPr/>
            <p:nvPr/>
          </p:nvSpPr>
          <p:spPr>
            <a:xfrm flipH="1">
              <a:off x="1481040" y="279576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6" name="Line 18"/>
            <p:cNvSpPr/>
            <p:nvPr/>
          </p:nvSpPr>
          <p:spPr>
            <a:xfrm flipH="1">
              <a:off x="1481040" y="207216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7" name="Line 19"/>
            <p:cNvSpPr/>
            <p:nvPr/>
          </p:nvSpPr>
          <p:spPr>
            <a:xfrm flipH="1">
              <a:off x="1481040" y="135756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8" name="CustomShape 20"/>
          <p:cNvSpPr/>
          <p:nvPr/>
        </p:nvSpPr>
        <p:spPr>
          <a:xfrm rot="19049400">
            <a:off x="2147040" y="2028600"/>
            <a:ext cx="9360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CustomShape 21"/>
          <p:cNvSpPr/>
          <p:nvPr/>
        </p:nvSpPr>
        <p:spPr>
          <a:xfrm>
            <a:off x="2286000" y="2070000"/>
            <a:ext cx="853920" cy="367560"/>
          </a:xfrm>
          <a:custGeom>
            <a:avLst/>
            <a:gdLst>
              <a:gd name="textAreaLeft" fmla="*/ 0 w 853920"/>
              <a:gd name="textAreaRight" fmla="*/ 854280 w 8539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 (2 3)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0" name="Group 22"/>
          <p:cNvGrpSpPr/>
          <p:nvPr/>
        </p:nvGrpSpPr>
        <p:grpSpPr>
          <a:xfrm>
            <a:off x="5657760" y="1136520"/>
            <a:ext cx="2165400" cy="2016360"/>
            <a:chOff x="5657760" y="1136520"/>
            <a:chExt cx="2165400" cy="2016360"/>
          </a:xfrm>
        </p:grpSpPr>
        <p:sp>
          <p:nvSpPr>
            <p:cNvPr id="921" name="Line 23"/>
            <p:cNvSpPr/>
            <p:nvPr/>
          </p:nvSpPr>
          <p:spPr>
            <a:xfrm flipV="1">
              <a:off x="5657760" y="1136520"/>
              <a:ext cx="360" cy="2016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Line 24"/>
            <p:cNvSpPr/>
            <p:nvPr/>
          </p:nvSpPr>
          <p:spPr>
            <a:xfrm>
              <a:off x="5657760" y="3152520"/>
              <a:ext cx="216540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3" name="Line 25"/>
          <p:cNvSpPr/>
          <p:nvPr/>
        </p:nvSpPr>
        <p:spPr>
          <a:xfrm flipV="1">
            <a:off x="6375240" y="303840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Line 26"/>
          <p:cNvSpPr/>
          <p:nvPr/>
        </p:nvSpPr>
        <p:spPr>
          <a:xfrm flipV="1">
            <a:off x="7086600" y="303840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Line 27"/>
          <p:cNvSpPr/>
          <p:nvPr/>
        </p:nvSpPr>
        <p:spPr>
          <a:xfrm flipV="1">
            <a:off x="6730920" y="303840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Line 28"/>
          <p:cNvSpPr/>
          <p:nvPr/>
        </p:nvSpPr>
        <p:spPr>
          <a:xfrm flipV="1">
            <a:off x="5981760" y="302580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Line 29"/>
          <p:cNvSpPr/>
          <p:nvPr/>
        </p:nvSpPr>
        <p:spPr>
          <a:xfrm flipV="1">
            <a:off x="7454880" y="303840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8" name="Group 30"/>
          <p:cNvGrpSpPr/>
          <p:nvPr/>
        </p:nvGrpSpPr>
        <p:grpSpPr>
          <a:xfrm>
            <a:off x="5661000" y="1708200"/>
            <a:ext cx="101520" cy="1448280"/>
            <a:chOff x="5661000" y="1708200"/>
            <a:chExt cx="101520" cy="1448280"/>
          </a:xfrm>
        </p:grpSpPr>
        <p:sp>
          <p:nvSpPr>
            <p:cNvPr id="929" name="Line 31"/>
            <p:cNvSpPr/>
            <p:nvPr/>
          </p:nvSpPr>
          <p:spPr>
            <a:xfrm flipH="1">
              <a:off x="5661000" y="278784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0" name="Line 32"/>
            <p:cNvSpPr/>
            <p:nvPr/>
          </p:nvSpPr>
          <p:spPr>
            <a:xfrm flipH="1">
              <a:off x="5661000" y="207648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Line 33"/>
            <p:cNvSpPr/>
            <p:nvPr/>
          </p:nvSpPr>
          <p:spPr>
            <a:xfrm flipH="1">
              <a:off x="5661000" y="243216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Line 34"/>
            <p:cNvSpPr/>
            <p:nvPr/>
          </p:nvSpPr>
          <p:spPr>
            <a:xfrm flipH="1">
              <a:off x="5661000" y="315612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Line 35"/>
            <p:cNvSpPr/>
            <p:nvPr/>
          </p:nvSpPr>
          <p:spPr>
            <a:xfrm flipH="1">
              <a:off x="5661000" y="170820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4" name="CustomShape 36"/>
          <p:cNvSpPr/>
          <p:nvPr/>
        </p:nvSpPr>
        <p:spPr>
          <a:xfrm>
            <a:off x="2463480" y="139716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CustomShape 37"/>
          <p:cNvSpPr/>
          <p:nvPr/>
        </p:nvSpPr>
        <p:spPr>
          <a:xfrm>
            <a:off x="1965600" y="3336840"/>
            <a:ext cx="1105560" cy="398520"/>
          </a:xfrm>
          <a:custGeom>
            <a:avLst/>
            <a:gdLst>
              <a:gd name="textAreaLeft" fmla="*/ 0 w 1105560"/>
              <a:gd name="textAreaRight" fmla="*/ 1105920 w 1105560"/>
              <a:gd name="textAreaTop" fmla="*/ 0 h 398520"/>
              <a:gd name="textAreaBottom" fmla="*/ 398880 h 3985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p’ = p*T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CustomShape 38"/>
          <p:cNvSpPr/>
          <p:nvPr/>
        </p:nvSpPr>
        <p:spPr>
          <a:xfrm>
            <a:off x="5118840" y="2817720"/>
            <a:ext cx="471240" cy="367920"/>
          </a:xfrm>
          <a:custGeom>
            <a:avLst/>
            <a:gdLst>
              <a:gd name="textAreaLeft" fmla="*/ 0 w 471240"/>
              <a:gd name="textAreaRight" fmla="*/ 471600 w 47124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CustomShape 39"/>
          <p:cNvSpPr/>
          <p:nvPr/>
        </p:nvSpPr>
        <p:spPr>
          <a:xfrm>
            <a:off x="4959360" y="3710160"/>
            <a:ext cx="396360" cy="367560"/>
          </a:xfrm>
          <a:custGeom>
            <a:avLst/>
            <a:gdLst>
              <a:gd name="textAreaLeft" fmla="*/ 0 w 396360"/>
              <a:gd name="textAreaRight" fmla="*/ 396720 w 39636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Arial"/>
                <a:ea typeface="DejaVu Sans"/>
              </a:rPr>
              <a:t>b)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CustomShape 40"/>
          <p:cNvSpPr/>
          <p:nvPr/>
        </p:nvSpPr>
        <p:spPr>
          <a:xfrm rot="19049400">
            <a:off x="6350760" y="202860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CustomShape 41"/>
          <p:cNvSpPr/>
          <p:nvPr/>
        </p:nvSpPr>
        <p:spPr>
          <a:xfrm>
            <a:off x="6489720" y="2006640"/>
            <a:ext cx="853920" cy="367560"/>
          </a:xfrm>
          <a:custGeom>
            <a:avLst/>
            <a:gdLst>
              <a:gd name="textAreaLeft" fmla="*/ 0 w 853920"/>
              <a:gd name="textAreaRight" fmla="*/ 854280 w 85392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 (2 3)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CustomShape 42"/>
          <p:cNvSpPr/>
          <p:nvPr/>
        </p:nvSpPr>
        <p:spPr>
          <a:xfrm>
            <a:off x="6680160" y="138420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Line 43"/>
          <p:cNvSpPr/>
          <p:nvPr/>
        </p:nvSpPr>
        <p:spPr>
          <a:xfrm flipV="1">
            <a:off x="2171880" y="4483080"/>
            <a:ext cx="711000" cy="711360"/>
          </a:xfrm>
          <a:prstGeom prst="line">
            <a:avLst/>
          </a:prstGeom>
          <a:ln w="2232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CustomShape 44"/>
          <p:cNvSpPr/>
          <p:nvPr/>
        </p:nvSpPr>
        <p:spPr>
          <a:xfrm>
            <a:off x="889560" y="5891040"/>
            <a:ext cx="471240" cy="367920"/>
          </a:xfrm>
          <a:custGeom>
            <a:avLst/>
            <a:gdLst>
              <a:gd name="textAreaLeft" fmla="*/ 0 w 471240"/>
              <a:gd name="textAreaRight" fmla="*/ 471600 w 47124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Line 45"/>
          <p:cNvSpPr/>
          <p:nvPr/>
        </p:nvSpPr>
        <p:spPr>
          <a:xfrm flipV="1">
            <a:off x="1477800" y="4036680"/>
            <a:ext cx="360" cy="22064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Line 46"/>
          <p:cNvSpPr/>
          <p:nvPr/>
        </p:nvSpPr>
        <p:spPr>
          <a:xfrm>
            <a:off x="1477800" y="6243480"/>
            <a:ext cx="190044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Line 47"/>
          <p:cNvSpPr/>
          <p:nvPr/>
        </p:nvSpPr>
        <p:spPr>
          <a:xfrm flipV="1">
            <a:off x="2197080" y="612792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Line 48"/>
          <p:cNvSpPr/>
          <p:nvPr/>
        </p:nvSpPr>
        <p:spPr>
          <a:xfrm flipV="1">
            <a:off x="2921040" y="612792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Line 49"/>
          <p:cNvSpPr/>
          <p:nvPr/>
        </p:nvSpPr>
        <p:spPr>
          <a:xfrm>
            <a:off x="1479600" y="4803840"/>
            <a:ext cx="10152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Line 50"/>
          <p:cNvSpPr/>
          <p:nvPr/>
        </p:nvSpPr>
        <p:spPr>
          <a:xfrm>
            <a:off x="1479600" y="5518080"/>
            <a:ext cx="10152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CustomShape 51"/>
          <p:cNvSpPr/>
          <p:nvPr/>
        </p:nvSpPr>
        <p:spPr>
          <a:xfrm rot="19049400">
            <a:off x="2871000" y="4416120"/>
            <a:ext cx="93240" cy="9324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CustomShape 52"/>
          <p:cNvSpPr/>
          <p:nvPr/>
        </p:nvSpPr>
        <p:spPr>
          <a:xfrm>
            <a:off x="3034800" y="4381560"/>
            <a:ext cx="918000" cy="642240"/>
          </a:xfrm>
          <a:custGeom>
            <a:avLst/>
            <a:gdLst>
              <a:gd name="textAreaLeft" fmla="*/ 0 w 918000"/>
              <a:gd name="textAreaRight" fmla="*/ 918360 w 918000"/>
              <a:gd name="textAreaTop" fmla="*/ 0 h 642240"/>
              <a:gd name="textAreaBottom" fmla="*/ 642600 h 642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p’ (4 5)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1" name="Group 53"/>
          <p:cNvGrpSpPr/>
          <p:nvPr/>
        </p:nvGrpSpPr>
        <p:grpSpPr>
          <a:xfrm>
            <a:off x="1841400" y="6127920"/>
            <a:ext cx="1438560" cy="101520"/>
            <a:chOff x="1841400" y="6127920"/>
            <a:chExt cx="1438560" cy="101520"/>
          </a:xfrm>
        </p:grpSpPr>
        <p:sp>
          <p:nvSpPr>
            <p:cNvPr id="952" name="Line 54"/>
            <p:cNvSpPr/>
            <p:nvPr/>
          </p:nvSpPr>
          <p:spPr>
            <a:xfrm flipV="1">
              <a:off x="1841400" y="612792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Line 55"/>
            <p:cNvSpPr/>
            <p:nvPr/>
          </p:nvSpPr>
          <p:spPr>
            <a:xfrm flipV="1">
              <a:off x="2565000" y="612792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Line 56"/>
            <p:cNvSpPr/>
            <p:nvPr/>
          </p:nvSpPr>
          <p:spPr>
            <a:xfrm flipV="1">
              <a:off x="3279600" y="612792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5" name="Group 57"/>
          <p:cNvGrpSpPr/>
          <p:nvPr/>
        </p:nvGrpSpPr>
        <p:grpSpPr>
          <a:xfrm>
            <a:off x="1481040" y="4455720"/>
            <a:ext cx="101520" cy="1438560"/>
            <a:chOff x="1481040" y="4455720"/>
            <a:chExt cx="101520" cy="1438560"/>
          </a:xfrm>
        </p:grpSpPr>
        <p:sp>
          <p:nvSpPr>
            <p:cNvPr id="956" name="Line 58"/>
            <p:cNvSpPr/>
            <p:nvPr/>
          </p:nvSpPr>
          <p:spPr>
            <a:xfrm flipH="1">
              <a:off x="1481040" y="589392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Line 59"/>
            <p:cNvSpPr/>
            <p:nvPr/>
          </p:nvSpPr>
          <p:spPr>
            <a:xfrm flipH="1">
              <a:off x="1481040" y="517032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Line 60"/>
            <p:cNvSpPr/>
            <p:nvPr/>
          </p:nvSpPr>
          <p:spPr>
            <a:xfrm flipH="1">
              <a:off x="1481040" y="445572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9" name="CustomShape 61"/>
          <p:cNvSpPr/>
          <p:nvPr/>
        </p:nvSpPr>
        <p:spPr>
          <a:xfrm rot="19049400">
            <a:off x="2147040" y="512676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1240" rIns="90000" bIns="2124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CustomShape 62"/>
          <p:cNvSpPr/>
          <p:nvPr/>
        </p:nvSpPr>
        <p:spPr>
          <a:xfrm>
            <a:off x="2158920" y="524520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CustomShape 63"/>
          <p:cNvSpPr/>
          <p:nvPr/>
        </p:nvSpPr>
        <p:spPr>
          <a:xfrm>
            <a:off x="2286000" y="444492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Line 64"/>
          <p:cNvSpPr/>
          <p:nvPr/>
        </p:nvSpPr>
        <p:spPr>
          <a:xfrm flipV="1">
            <a:off x="6381720" y="3958920"/>
            <a:ext cx="3240" cy="1571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Line 65"/>
          <p:cNvSpPr/>
          <p:nvPr/>
        </p:nvSpPr>
        <p:spPr>
          <a:xfrm>
            <a:off x="6381720" y="5530680"/>
            <a:ext cx="216540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Line 66"/>
          <p:cNvSpPr/>
          <p:nvPr/>
        </p:nvSpPr>
        <p:spPr>
          <a:xfrm flipV="1">
            <a:off x="7099200" y="541656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Line 67"/>
          <p:cNvSpPr/>
          <p:nvPr/>
        </p:nvSpPr>
        <p:spPr>
          <a:xfrm flipV="1">
            <a:off x="7810560" y="541656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Line 68"/>
          <p:cNvSpPr/>
          <p:nvPr/>
        </p:nvSpPr>
        <p:spPr>
          <a:xfrm flipV="1">
            <a:off x="7454880" y="541656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Line 69"/>
          <p:cNvSpPr/>
          <p:nvPr/>
        </p:nvSpPr>
        <p:spPr>
          <a:xfrm flipV="1">
            <a:off x="6705720" y="541656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Line 70"/>
          <p:cNvSpPr/>
          <p:nvPr/>
        </p:nvSpPr>
        <p:spPr>
          <a:xfrm flipV="1">
            <a:off x="8178840" y="5416560"/>
            <a:ext cx="36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Line 71"/>
          <p:cNvSpPr/>
          <p:nvPr/>
        </p:nvSpPr>
        <p:spPr>
          <a:xfrm flipH="1">
            <a:off x="6382800" y="5164200"/>
            <a:ext cx="10188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Line 72"/>
          <p:cNvSpPr/>
          <p:nvPr/>
        </p:nvSpPr>
        <p:spPr>
          <a:xfrm flipH="1">
            <a:off x="6382800" y="4452840"/>
            <a:ext cx="10188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Line 73"/>
          <p:cNvSpPr/>
          <p:nvPr/>
        </p:nvSpPr>
        <p:spPr>
          <a:xfrm flipH="1">
            <a:off x="6384960" y="4809960"/>
            <a:ext cx="10152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Line 74"/>
          <p:cNvSpPr/>
          <p:nvPr/>
        </p:nvSpPr>
        <p:spPr>
          <a:xfrm flipH="1">
            <a:off x="6382800" y="5532480"/>
            <a:ext cx="10188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CustomShape 75"/>
          <p:cNvSpPr/>
          <p:nvPr/>
        </p:nvSpPr>
        <p:spPr>
          <a:xfrm>
            <a:off x="5105880" y="5897520"/>
            <a:ext cx="475920" cy="371160"/>
          </a:xfrm>
          <a:custGeom>
            <a:avLst/>
            <a:gdLst>
              <a:gd name="textAreaLeft" fmla="*/ 0 w 475920"/>
              <a:gd name="textAreaRight" fmla="*/ 476280 w 47592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CustomShape 76"/>
          <p:cNvSpPr/>
          <p:nvPr/>
        </p:nvSpPr>
        <p:spPr>
          <a:xfrm>
            <a:off x="5944320" y="5195880"/>
            <a:ext cx="475920" cy="371160"/>
          </a:xfrm>
          <a:custGeom>
            <a:avLst/>
            <a:gdLst>
              <a:gd name="textAreaLeft" fmla="*/ 0 w 475920"/>
              <a:gd name="textAreaRight" fmla="*/ 476280 w 47592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Line 77"/>
          <p:cNvSpPr/>
          <p:nvPr/>
        </p:nvSpPr>
        <p:spPr>
          <a:xfrm flipV="1">
            <a:off x="5656320" y="3951360"/>
            <a:ext cx="360" cy="23083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Line 78"/>
          <p:cNvSpPr/>
          <p:nvPr/>
        </p:nvSpPr>
        <p:spPr>
          <a:xfrm>
            <a:off x="5656320" y="6259680"/>
            <a:ext cx="2890800" cy="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7" name="Group 79"/>
          <p:cNvGrpSpPr/>
          <p:nvPr/>
        </p:nvGrpSpPr>
        <p:grpSpPr>
          <a:xfrm>
            <a:off x="6375240" y="6156360"/>
            <a:ext cx="1438560" cy="101520"/>
            <a:chOff x="6375240" y="6156360"/>
            <a:chExt cx="1438560" cy="101520"/>
          </a:xfrm>
        </p:grpSpPr>
        <p:sp>
          <p:nvSpPr>
            <p:cNvPr id="978" name="Line 80"/>
            <p:cNvSpPr/>
            <p:nvPr/>
          </p:nvSpPr>
          <p:spPr>
            <a:xfrm flipV="1">
              <a:off x="6375240" y="615636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Line 81"/>
            <p:cNvSpPr/>
            <p:nvPr/>
          </p:nvSpPr>
          <p:spPr>
            <a:xfrm flipV="1">
              <a:off x="7098840" y="615636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0" name="Line 82"/>
            <p:cNvSpPr/>
            <p:nvPr/>
          </p:nvSpPr>
          <p:spPr>
            <a:xfrm flipV="1">
              <a:off x="7813440" y="615636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1" name="Line 83"/>
          <p:cNvSpPr/>
          <p:nvPr/>
        </p:nvSpPr>
        <p:spPr>
          <a:xfrm>
            <a:off x="5657760" y="4819680"/>
            <a:ext cx="10152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Line 84"/>
          <p:cNvSpPr/>
          <p:nvPr/>
        </p:nvSpPr>
        <p:spPr>
          <a:xfrm>
            <a:off x="5657760" y="5533920"/>
            <a:ext cx="101520" cy="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CustomShape 85"/>
          <p:cNvSpPr/>
          <p:nvPr/>
        </p:nvSpPr>
        <p:spPr>
          <a:xfrm rot="19049400">
            <a:off x="7036920" y="4406400"/>
            <a:ext cx="9324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1240" rIns="90000" bIns="2124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4" name="Group 86"/>
          <p:cNvGrpSpPr/>
          <p:nvPr/>
        </p:nvGrpSpPr>
        <p:grpSpPr>
          <a:xfrm>
            <a:off x="6019920" y="6156360"/>
            <a:ext cx="1438560" cy="101520"/>
            <a:chOff x="6019920" y="6156360"/>
            <a:chExt cx="1438560" cy="101520"/>
          </a:xfrm>
        </p:grpSpPr>
        <p:sp>
          <p:nvSpPr>
            <p:cNvPr id="985" name="Line 87"/>
            <p:cNvSpPr/>
            <p:nvPr/>
          </p:nvSpPr>
          <p:spPr>
            <a:xfrm flipV="1">
              <a:off x="6019920" y="615636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" name="Line 88"/>
            <p:cNvSpPr/>
            <p:nvPr/>
          </p:nvSpPr>
          <p:spPr>
            <a:xfrm flipV="1">
              <a:off x="6743520" y="615636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Line 89"/>
            <p:cNvSpPr/>
            <p:nvPr/>
          </p:nvSpPr>
          <p:spPr>
            <a:xfrm flipV="1">
              <a:off x="7458120" y="6156360"/>
              <a:ext cx="36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8" name="Group 90"/>
          <p:cNvGrpSpPr/>
          <p:nvPr/>
        </p:nvGrpSpPr>
        <p:grpSpPr>
          <a:xfrm>
            <a:off x="5659560" y="4458960"/>
            <a:ext cx="101520" cy="1438560"/>
            <a:chOff x="5659560" y="4458960"/>
            <a:chExt cx="101520" cy="1438560"/>
          </a:xfrm>
        </p:grpSpPr>
        <p:sp>
          <p:nvSpPr>
            <p:cNvPr id="989" name="Line 91"/>
            <p:cNvSpPr/>
            <p:nvPr/>
          </p:nvSpPr>
          <p:spPr>
            <a:xfrm flipH="1">
              <a:off x="5659560" y="589716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Line 92"/>
            <p:cNvSpPr/>
            <p:nvPr/>
          </p:nvSpPr>
          <p:spPr>
            <a:xfrm flipH="1">
              <a:off x="5659560" y="517356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Line 93"/>
            <p:cNvSpPr/>
            <p:nvPr/>
          </p:nvSpPr>
          <p:spPr>
            <a:xfrm flipH="1">
              <a:off x="5659560" y="4458960"/>
              <a:ext cx="10152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2" name="Line 94"/>
          <p:cNvSpPr/>
          <p:nvPr/>
        </p:nvSpPr>
        <p:spPr>
          <a:xfrm flipV="1">
            <a:off x="5664240" y="5540040"/>
            <a:ext cx="711000" cy="71100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CustomShape 95"/>
          <p:cNvSpPr/>
          <p:nvPr/>
        </p:nvSpPr>
        <p:spPr>
          <a:xfrm>
            <a:off x="6172200" y="571824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CustomShape 96"/>
          <p:cNvSpPr/>
          <p:nvPr/>
        </p:nvSpPr>
        <p:spPr>
          <a:xfrm>
            <a:off x="6117840" y="3375000"/>
            <a:ext cx="1297440" cy="401760"/>
          </a:xfrm>
          <a:custGeom>
            <a:avLst/>
            <a:gdLst>
              <a:gd name="textAreaLeft" fmla="*/ 0 w 1297440"/>
              <a:gd name="textAreaRight" fmla="*/ 1297800 w 1297440"/>
              <a:gd name="textAreaTop" fmla="*/ 0 h 401760"/>
              <a:gd name="textAreaBottom" fmla="*/ 402120 h 4017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DejaVu Sans"/>
              </a:rPr>
              <a:t>c1 = c2*T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CustomShape 97"/>
          <p:cNvSpPr/>
          <p:nvPr/>
        </p:nvSpPr>
        <p:spPr>
          <a:xfrm>
            <a:off x="7213320" y="4191120"/>
            <a:ext cx="320400" cy="367560"/>
          </a:xfrm>
          <a:custGeom>
            <a:avLst/>
            <a:gdLst>
              <a:gd name="textAreaLeft" fmla="*/ 0 w 320400"/>
              <a:gd name="textAreaRight" fmla="*/ 320760 w 320400"/>
              <a:gd name="textAreaTop" fmla="*/ 0 h 367560"/>
              <a:gd name="textAreaBottom" fmla="*/ 367920 h 367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7990</TotalTime>
  <Application>LibreOffice/26.2.1.2$Linux_X86_64 LibreOffice_project/620$Build-2</Application>
  <AppVersion>15.0000</AppVersion>
  <Words>1457</Words>
  <Paragraphs>458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2004-01-16T11:23:26Z</dcterms:created>
  <dc:creator>alex</dc:creator>
  <dc:description/>
  <dc:language>en-US</dc:language>
  <cp:lastModifiedBy/>
  <dcterms:modified xsi:type="dcterms:W3CDTF">2026-06-12T12:51:29Z</dcterms:modified>
  <cp:revision>107</cp:revision>
  <dc:subject/>
  <dc:title>Двумерные геометрические (аффинные) преобразования Масшатабирование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(4:3)</vt:lpwstr>
  </property>
  <property fmtid="{D5CDD505-2E9C-101B-9397-08002B2CF9AE}" pid="4" name="Slides">
    <vt:i4>26</vt:i4>
  </property>
</Properties>
</file>