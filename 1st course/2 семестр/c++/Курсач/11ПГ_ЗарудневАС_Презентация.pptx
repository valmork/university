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9" r:id="rId5"/>
    <p:sldId id="265" r:id="rId6"/>
    <p:sldId id="270" r:id="rId7"/>
    <p:sldId id="274" r:id="rId8"/>
    <p:sldId id="271" r:id="rId9"/>
    <p:sldId id="27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2AA42-E0A6-403C-B077-524CE250E069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57003-209E-4B26-8EFF-3A4DD77224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361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57003-209E-4B26-8EFF-3A4DD772249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28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9318F-6631-4796-B1CE-99B4F8FCF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CC9286-8AA5-416F-BFBB-ABA9CCBF6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0FFEDA-0220-4F3B-AA7A-392D2AB9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17075A-7B69-4FD7-9CBF-0C70A24A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280432-7B81-4D08-B06D-08A65A88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35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85FA3-7B89-455C-9211-07EB7692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4825D7-D91C-45DF-9CEC-9D2A7A4E5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3B211-3BBE-4DE6-A831-8776E8FA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D2FACE-CCD2-4BD1-9CDE-40953868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662221-C20C-4730-874E-91694605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11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F4F1DB-6AA3-44AF-8E61-02161FC0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7F5375-B9B1-4674-85A6-501C632CB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28EC34-F1B0-441C-A532-8C3E1AE3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D57BFD-01B3-4DE0-A09A-C2592E40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A660D-A8A0-41F0-9576-8012D903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39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0ED6B-65A9-4D3B-B10D-F43753A3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49BA21-F9C8-4A2E-AE96-AD18CDFA4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81C9F4-45D5-4149-B45E-BCCCB4F8E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66290C-F620-455C-94B0-56A16E15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168EAB-B261-4159-B4A0-6334E3D6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713D2D-A3DB-493B-B657-BD6D7DC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29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71B27-D9B6-4A74-8D3B-6FA0B3CA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8CD02C-1AB4-4334-B25A-BA14FC5D4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8B8A3B-F792-4C74-A285-C8CEF2739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2260896-DD2F-47E0-BA92-04B9A4A1D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5971B6-B9A8-4E00-913B-6842627BE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669FB12-2C6F-4659-A367-85040CB9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019C75-503E-43DE-ADF8-51D8E8C9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5B31553-3FAF-4071-9738-3901EC78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09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6CF39-AE69-4046-96B5-FC2B031D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C49E00F-C1B8-4E79-8030-583323362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55C695-4D40-405D-BE5A-E5573A8A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2FE740-636B-469D-81F5-9BC7E937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88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BECC0CF-1C2C-40DC-93F2-0D55C6C4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B1E043-2468-463C-B416-5546008C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C229AD-4CB2-412C-9040-B42BDB7F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474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8B2A5-E0D0-4BE1-90AC-171BBE04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E09B6A-D9F5-4AF8-AD7B-D265DC0B5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63F602-CF22-4A4A-8863-4EBCD4C4C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58E5F4-EAE3-43B8-AE58-228F2A1B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7383B9-1F9E-4A78-9AB6-541950ABF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F72A6E-84A1-48BC-B376-B9AADDB6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30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6ED83-3721-4462-AF3C-436D4166C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2534F5-3FB8-44D9-9B2D-69A7CCCC1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4B6499-ADED-412B-A2A0-D59AE6C5E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9CE2B2-D41C-4A5A-833E-29E45D26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A3ADC1-AD6E-43A0-9139-184F2974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ABD23C-D6A8-48EB-A1EE-06EEB66F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711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90D7F-E6DC-4589-818D-AE63B7A7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2ECE57-FEA5-4E9C-91BE-3A9B8F462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BBA86B-EB57-4A06-8751-3EAD254B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7467AC-75BB-4F14-810D-BB30885E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A8887E-C263-4008-A2DD-B82E3493E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63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8E2F5FF-BD50-444A-AC56-A11A6DD2A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0C4310-A56C-4E7D-9B73-355B43DB7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1B151F-E73E-4DFC-88DE-F327BADE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8BBF85-C7C9-41B7-B342-BB803B51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5F2B38-927C-44AE-AF5C-CDA962F0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96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607A0-D588-4ADE-B872-D34BA06F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2DE941-455C-4023-9B45-F0678A105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5C1D81-5C37-4A46-92E9-92CAB480E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FC689-8183-4C61-8DD2-464B51F08ACE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1A8873-198D-4E97-AD90-5599C8A40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7CCFC-8B76-4DD3-B152-CDB64BDE1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EE83B-CCBD-48C7-9ABD-716E19A3D1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60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15F29-41D1-4FF5-BDC1-DE7CAC575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6175"/>
            <a:ext cx="9144000" cy="953194"/>
          </a:xfrm>
        </p:spPr>
        <p:txBody>
          <a:bodyPr/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3B71D3-11FE-4E61-B991-B216D13B1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788697"/>
            <a:ext cx="10006149" cy="1291854"/>
          </a:xfrm>
        </p:spPr>
        <p:txBody>
          <a:bodyPr>
            <a:normAutofit fontScale="925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дисциплине: «Разработка профессиональных приложений»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«Разработка информационно-поисковой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Хлебокомбинат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21BA7-992E-4463-9405-C3E29AFEF725}"/>
              </a:ext>
            </a:extLst>
          </p:cNvPr>
          <p:cNvSpPr txBox="1"/>
          <p:nvPr/>
        </p:nvSpPr>
        <p:spPr>
          <a:xfrm>
            <a:off x="1524000" y="3267984"/>
            <a:ext cx="64493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Заруднев А.С.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приборостроения, автоматизации и информационных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Направление: 09.03.04 «Программная инженерия»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11ПГ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Захарова О.В.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FE8F6-9DAB-48E0-8F93-8EA3DD87292A}"/>
              </a:ext>
            </a:extLst>
          </p:cNvPr>
          <p:cNvSpPr txBox="1"/>
          <p:nvPr/>
        </p:nvSpPr>
        <p:spPr>
          <a:xfrm>
            <a:off x="5372821" y="6019061"/>
            <a:ext cx="1446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Орел, 2022 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024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2FDF4E-2032-4D44-927A-47010C7327AA}"/>
              </a:ext>
            </a:extLst>
          </p:cNvPr>
          <p:cNvSpPr txBox="1"/>
          <p:nvPr/>
        </p:nvSpPr>
        <p:spPr>
          <a:xfrm>
            <a:off x="834887" y="1391478"/>
            <a:ext cx="105222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Задачей курсовой работы является разработка информационно поисковой системы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Хлебокомбинат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применением графического интерфейса и объектно-ориентированного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/>
              <a:t>В </a:t>
            </a:r>
            <a:r>
              <a:rPr lang="ru-RU" dirty="0"/>
              <a:t>программе должны быть реализованы 3 вида товаров: Хлеб, </a:t>
            </a:r>
            <a:r>
              <a:rPr lang="ru-RU" dirty="0" err="1"/>
              <a:t>Кондитерскиое</a:t>
            </a:r>
            <a:r>
              <a:rPr lang="ru-RU" dirty="0"/>
              <a:t> изделие, Булочное </a:t>
            </a:r>
            <a:r>
              <a:rPr lang="ru-RU" dirty="0" smtClean="0"/>
              <a:t>изделие.</a:t>
            </a:r>
            <a:r>
              <a:rPr lang="en-US" dirty="0" smtClean="0"/>
              <a:t> </a:t>
            </a:r>
            <a:r>
              <a:rPr lang="ru-RU" dirty="0" smtClean="0"/>
              <a:t>Данные </a:t>
            </a:r>
            <a:r>
              <a:rPr lang="ru-RU" dirty="0"/>
              <a:t>в программе должны храниться в динамических структурах.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в системе должны быть следующие функции:</a:t>
            </a:r>
          </a:p>
          <a:p>
            <a:pPr lvl="0"/>
            <a:r>
              <a:rPr lang="ru-RU" dirty="0" smtClean="0"/>
              <a:t>1. добавление </a:t>
            </a:r>
            <a:r>
              <a:rPr lang="ru-RU" dirty="0"/>
              <a:t>информации о магазинах;</a:t>
            </a:r>
          </a:p>
          <a:p>
            <a:pPr lvl="0"/>
            <a:r>
              <a:rPr lang="ru-RU" dirty="0" smtClean="0"/>
              <a:t>2. добавление </a:t>
            </a:r>
            <a:r>
              <a:rPr lang="ru-RU" dirty="0"/>
              <a:t>информации о товарах, в определенном магазине;</a:t>
            </a:r>
          </a:p>
          <a:p>
            <a:pPr lvl="0"/>
            <a:r>
              <a:rPr lang="ru-RU" dirty="0" smtClean="0"/>
              <a:t>3. отображение </a:t>
            </a:r>
            <a:r>
              <a:rPr lang="ru-RU" dirty="0"/>
              <a:t>информации обо всех магазинах и находящихся в них товарах;</a:t>
            </a:r>
          </a:p>
          <a:p>
            <a:pPr lvl="0"/>
            <a:r>
              <a:rPr lang="ru-RU" dirty="0" smtClean="0"/>
              <a:t>4. удаление </a:t>
            </a:r>
            <a:r>
              <a:rPr lang="ru-RU" dirty="0"/>
              <a:t>информации о магазинах;</a:t>
            </a:r>
          </a:p>
          <a:p>
            <a:pPr lvl="0"/>
            <a:r>
              <a:rPr lang="ru-RU" dirty="0" smtClean="0"/>
              <a:t>5. удаление </a:t>
            </a:r>
            <a:r>
              <a:rPr lang="ru-RU" dirty="0"/>
              <a:t>информации о товарах;</a:t>
            </a:r>
          </a:p>
          <a:p>
            <a:pPr lvl="0"/>
            <a:r>
              <a:rPr lang="ru-RU" dirty="0" smtClean="0"/>
              <a:t>6. редактирование </a:t>
            </a:r>
            <a:r>
              <a:rPr lang="ru-RU" dirty="0"/>
              <a:t>информации о </a:t>
            </a:r>
            <a:r>
              <a:rPr lang="ru-RU" dirty="0" smtClean="0"/>
              <a:t>магазинах;</a:t>
            </a:r>
          </a:p>
          <a:p>
            <a:pPr lvl="0"/>
            <a:r>
              <a:rPr lang="ru-RU" dirty="0" smtClean="0"/>
              <a:t>7. запись </a:t>
            </a:r>
            <a:r>
              <a:rPr lang="ru-RU" dirty="0"/>
              <a:t>данных в текстовый файл;</a:t>
            </a:r>
          </a:p>
          <a:p>
            <a:pPr lvl="0"/>
            <a:r>
              <a:rPr lang="ru-RU" dirty="0" smtClean="0"/>
              <a:t>8. чтение </a:t>
            </a:r>
            <a:r>
              <a:rPr lang="ru-RU" dirty="0"/>
              <a:t>данных из текстового файла.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17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Untitled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167"/>
            <a:ext cx="12192000" cy="54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06880" y="6122126"/>
            <a:ext cx="7412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хранятся с использованием двухсвязного циклического списка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87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C9CF876-135A-4432-9EE3-C3146E197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8A8A2-8CF2-4E7B-8D60-E1025C5C024B}"/>
              </a:ext>
            </a:extLst>
          </p:cNvPr>
          <p:cNvSpPr txBox="1"/>
          <p:nvPr/>
        </p:nvSpPr>
        <p:spPr>
          <a:xfrm>
            <a:off x="808127" y="6265961"/>
            <a:ext cx="368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добавления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54" y="1"/>
            <a:ext cx="2913133" cy="615696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929" y="433070"/>
            <a:ext cx="4051935" cy="5016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18A8A2-8CF2-4E7B-8D60-E1025C5C024B}"/>
              </a:ext>
            </a:extLst>
          </p:cNvPr>
          <p:cNvSpPr txBox="1"/>
          <p:nvPr/>
        </p:nvSpPr>
        <p:spPr>
          <a:xfrm>
            <a:off x="7439704" y="6265961"/>
            <a:ext cx="306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удаления магазина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2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04EF0B2-64B6-42B3-9761-8C86D09FB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31085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B0B276-EEA7-45A7-A192-D27F359AE682}"/>
              </a:ext>
            </a:extLst>
          </p:cNvPr>
          <p:cNvSpPr/>
          <p:nvPr/>
        </p:nvSpPr>
        <p:spPr>
          <a:xfrm>
            <a:off x="592182" y="6196895"/>
            <a:ext cx="456329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540385">
              <a:lnSpc>
                <a:spcPct val="150000"/>
              </a:lnSpc>
              <a:spcAft>
                <a:spcPts val="192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 удаления товара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41" y="608895"/>
            <a:ext cx="4519930" cy="55880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737" y="65088"/>
            <a:ext cx="3896710" cy="6131808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B0B276-EEA7-45A7-A192-D27F359AE682}"/>
              </a:ext>
            </a:extLst>
          </p:cNvPr>
          <p:cNvSpPr/>
          <p:nvPr/>
        </p:nvSpPr>
        <p:spPr>
          <a:xfrm>
            <a:off x="6785286" y="6266144"/>
            <a:ext cx="4563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редактирования магазина</a:t>
            </a:r>
          </a:p>
        </p:txBody>
      </p:sp>
    </p:spTree>
    <p:extLst>
      <p:ext uri="{BB962C8B-B14F-4D97-AF65-F5344CB8AC3E}">
        <p14:creationId xmlns:p14="http://schemas.microsoft.com/office/powerpoint/2010/main" val="273411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04EF0B2-64B6-42B3-9761-8C86D09FB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31085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C289FD-2329-40F5-AA06-68D7604BC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18F007-FBC0-46CB-9608-2FDC1EEE474F}"/>
              </a:ext>
            </a:extLst>
          </p:cNvPr>
          <p:cNvSpPr/>
          <p:nvPr/>
        </p:nvSpPr>
        <p:spPr>
          <a:xfrm>
            <a:off x="1028874" y="6070964"/>
            <a:ext cx="3029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линейного поиска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5" name="Picture 11" descr="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71" y="0"/>
            <a:ext cx="3361879" cy="585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12" descr="12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621" y="1480185"/>
            <a:ext cx="5972175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B18F007-FBC0-46CB-9608-2FDC1EEE474F}"/>
              </a:ext>
            </a:extLst>
          </p:cNvPr>
          <p:cNvSpPr/>
          <p:nvPr/>
        </p:nvSpPr>
        <p:spPr>
          <a:xfrm>
            <a:off x="7181479" y="6070964"/>
            <a:ext cx="2593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записи в файл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20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04EF0B2-64B6-42B3-9761-8C86D09FB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31085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C289FD-2329-40F5-AA06-68D7604BC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B18F007-FBC0-46CB-9608-2FDC1EEE474F}"/>
              </a:ext>
            </a:extLst>
          </p:cNvPr>
          <p:cNvSpPr/>
          <p:nvPr/>
        </p:nvSpPr>
        <p:spPr>
          <a:xfrm>
            <a:off x="4395197" y="6305858"/>
            <a:ext cx="2809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чтения из файла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74" y="55336"/>
            <a:ext cx="4878070" cy="624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4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04EF0B2-64B6-42B3-9761-8C86D09FB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31085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C289FD-2329-40F5-AA06-68D7604BC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54AC2E-1B4B-436F-88D3-AD5C8C866F42}"/>
              </a:ext>
            </a:extLst>
          </p:cNvPr>
          <p:cNvSpPr/>
          <p:nvPr/>
        </p:nvSpPr>
        <p:spPr>
          <a:xfrm>
            <a:off x="1819925" y="3579224"/>
            <a:ext cx="19447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программы</a:t>
            </a: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39335" y="104504"/>
            <a:ext cx="5305941" cy="347472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6348549" y="104504"/>
            <a:ext cx="5303521" cy="3476343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554AC2E-1B4B-436F-88D3-AD5C8C866F42}"/>
              </a:ext>
            </a:extLst>
          </p:cNvPr>
          <p:cNvSpPr/>
          <p:nvPr/>
        </p:nvSpPr>
        <p:spPr>
          <a:xfrm>
            <a:off x="8183044" y="3579223"/>
            <a:ext cx="23155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Меню работы с магазинами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5"/>
          <a:stretch>
            <a:fillRect/>
          </a:stretch>
        </p:blipFill>
        <p:spPr>
          <a:xfrm>
            <a:off x="73204" y="3887000"/>
            <a:ext cx="3933775" cy="257850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554AC2E-1B4B-436F-88D3-AD5C8C866F42}"/>
              </a:ext>
            </a:extLst>
          </p:cNvPr>
          <p:cNvSpPr/>
          <p:nvPr/>
        </p:nvSpPr>
        <p:spPr>
          <a:xfrm>
            <a:off x="729860" y="6463514"/>
            <a:ext cx="26204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Ошибка при удалении магазина</a:t>
            </a:r>
          </a:p>
        </p:txBody>
      </p:sp>
      <p:pic>
        <p:nvPicPr>
          <p:cNvPr id="12" name="Рисунок 11"/>
          <p:cNvPicPr/>
          <p:nvPr/>
        </p:nvPicPr>
        <p:blipFill>
          <a:blip r:embed="rId6"/>
          <a:stretch>
            <a:fillRect/>
          </a:stretch>
        </p:blipFill>
        <p:spPr>
          <a:xfrm>
            <a:off x="4127298" y="3883753"/>
            <a:ext cx="3935426" cy="2576498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554AC2E-1B4B-436F-88D3-AD5C8C866F42}"/>
              </a:ext>
            </a:extLst>
          </p:cNvPr>
          <p:cNvSpPr/>
          <p:nvPr/>
        </p:nvSpPr>
        <p:spPr>
          <a:xfrm>
            <a:off x="5276870" y="6451977"/>
            <a:ext cx="16362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товара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7"/>
          <a:stretch>
            <a:fillRect/>
          </a:stretch>
        </p:blipFill>
        <p:spPr>
          <a:xfrm>
            <a:off x="8183043" y="3883754"/>
            <a:ext cx="3938476" cy="2576498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554AC2E-1B4B-436F-88D3-AD5C8C866F42}"/>
              </a:ext>
            </a:extLst>
          </p:cNvPr>
          <p:cNvSpPr/>
          <p:nvPr/>
        </p:nvSpPr>
        <p:spPr>
          <a:xfrm>
            <a:off x="9170930" y="6451976"/>
            <a:ext cx="24293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Ошибка при удалении товара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75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0962" y="69669"/>
            <a:ext cx="4528610" cy="2972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97714" y="3037278"/>
            <a:ext cx="1210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товара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904365" y="69669"/>
            <a:ext cx="4571998" cy="2999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1100" y="3069566"/>
            <a:ext cx="2139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магазина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3544389" y="3214285"/>
            <a:ext cx="4841965" cy="31711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9572" y="6436345"/>
            <a:ext cx="3139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Ошибка при редактировании магазина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48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231</Words>
  <Application>Microsoft Office PowerPoint</Application>
  <PresentationFormat>Широкоэкранный</PresentationFormat>
  <Paragraphs>39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Курсовая работа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</dc:title>
  <dc:creator>Bogdan Novikov</dc:creator>
  <cp:lastModifiedBy>alexa</cp:lastModifiedBy>
  <cp:revision>42</cp:revision>
  <dcterms:created xsi:type="dcterms:W3CDTF">2021-12-21T14:24:33Z</dcterms:created>
  <dcterms:modified xsi:type="dcterms:W3CDTF">2022-05-24T20:21:30Z</dcterms:modified>
</cp:coreProperties>
</file>