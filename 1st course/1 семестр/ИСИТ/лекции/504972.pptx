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0"/>
  </p:notesMasterIdLst>
  <p:sldIdLst>
    <p:sldId id="256" r:id="rId2"/>
    <p:sldId id="277" r:id="rId3"/>
    <p:sldId id="258" r:id="rId4"/>
    <p:sldId id="259" r:id="rId5"/>
    <p:sldId id="278" r:id="rId6"/>
    <p:sldId id="280" r:id="rId7"/>
    <p:sldId id="279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12" autoAdjust="0"/>
  </p:normalViewPr>
  <p:slideViewPr>
    <p:cSldViewPr>
      <p:cViewPr>
        <p:scale>
          <a:sx n="107" d="100"/>
          <a:sy n="107" d="100"/>
        </p:scale>
        <p:origin x="-9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diagrams/_rels/data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iagrams/_rels/drawing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diagrams/_rels/drawing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30F706-3B14-484E-BA74-F794F58427C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F1EDA146-D102-490B-85CA-2DD9C956B9AE}">
      <dgm:prSet/>
      <dgm:spPr/>
      <dgm:t>
        <a:bodyPr/>
        <a:lstStyle/>
        <a:p>
          <a:pPr rtl="0"/>
          <a:r>
            <a:rPr lang="ru-RU" dirty="0" smtClean="0"/>
            <a:t>Основные определения и понятие информационной системы;</a:t>
          </a:r>
          <a:endParaRPr lang="ru-RU" dirty="0"/>
        </a:p>
      </dgm:t>
    </dgm:pt>
    <dgm:pt modelId="{CE9DF8B6-DF8F-40A3-9AED-C09397AF4CB1}" type="parTrans" cxnId="{36A52EC5-F91F-43DE-BA29-6EA4FBDD1A39}">
      <dgm:prSet/>
      <dgm:spPr/>
      <dgm:t>
        <a:bodyPr/>
        <a:lstStyle/>
        <a:p>
          <a:endParaRPr lang="ru-RU"/>
        </a:p>
      </dgm:t>
    </dgm:pt>
    <dgm:pt modelId="{083A3BF1-5952-4E2B-92AA-80AEEA05856D}" type="sibTrans" cxnId="{36A52EC5-F91F-43DE-BA29-6EA4FBDD1A39}">
      <dgm:prSet/>
      <dgm:spPr/>
      <dgm:t>
        <a:bodyPr/>
        <a:lstStyle/>
        <a:p>
          <a:endParaRPr lang="ru-RU"/>
        </a:p>
      </dgm:t>
    </dgm:pt>
    <dgm:pt modelId="{9836251E-AB31-49E6-8B0F-EEA9C38A86D7}">
      <dgm:prSet/>
      <dgm:spPr/>
      <dgm:t>
        <a:bodyPr/>
        <a:lstStyle/>
        <a:p>
          <a:pPr rtl="0"/>
          <a:r>
            <a:rPr lang="ru-RU" dirty="0" smtClean="0"/>
            <a:t>Этапы развития информационных систем</a:t>
          </a:r>
          <a:endParaRPr lang="ru-RU" dirty="0"/>
        </a:p>
      </dgm:t>
    </dgm:pt>
    <dgm:pt modelId="{A8691414-5ADA-4285-BCD7-FB134B4A41A5}" type="parTrans" cxnId="{8C186BEF-F22B-46AB-9E71-993DC476C87C}">
      <dgm:prSet/>
      <dgm:spPr/>
      <dgm:t>
        <a:bodyPr/>
        <a:lstStyle/>
        <a:p>
          <a:endParaRPr lang="ru-RU"/>
        </a:p>
      </dgm:t>
    </dgm:pt>
    <dgm:pt modelId="{11AE417D-7203-4DB5-8E2C-10F50935A7D4}" type="sibTrans" cxnId="{8C186BEF-F22B-46AB-9E71-993DC476C87C}">
      <dgm:prSet/>
      <dgm:spPr/>
      <dgm:t>
        <a:bodyPr/>
        <a:lstStyle/>
        <a:p>
          <a:endParaRPr lang="ru-RU"/>
        </a:p>
      </dgm:t>
    </dgm:pt>
    <dgm:pt modelId="{2170A6C6-368C-4D41-A59F-D3228BC6908F}">
      <dgm:prSet/>
      <dgm:spPr/>
      <dgm:t>
        <a:bodyPr/>
        <a:lstStyle/>
        <a:p>
          <a:pPr rtl="0"/>
          <a:r>
            <a:rPr lang="ru-RU" dirty="0" smtClean="0"/>
            <a:t>Область применения  информационных систем</a:t>
          </a:r>
          <a:endParaRPr lang="ru-RU" dirty="0"/>
        </a:p>
      </dgm:t>
    </dgm:pt>
    <dgm:pt modelId="{FCFC1D52-F3B8-4535-B2C3-A4EC18A7FE1C}" type="parTrans" cxnId="{BC57D94F-7A08-45C3-A1F0-ED58B1260BC5}">
      <dgm:prSet/>
      <dgm:spPr/>
      <dgm:t>
        <a:bodyPr/>
        <a:lstStyle/>
        <a:p>
          <a:endParaRPr lang="ru-RU"/>
        </a:p>
      </dgm:t>
    </dgm:pt>
    <dgm:pt modelId="{BB7F1DC9-2E32-42E0-B61C-A70412821658}" type="sibTrans" cxnId="{BC57D94F-7A08-45C3-A1F0-ED58B1260BC5}">
      <dgm:prSet/>
      <dgm:spPr/>
      <dgm:t>
        <a:bodyPr/>
        <a:lstStyle/>
        <a:p>
          <a:endParaRPr lang="ru-RU"/>
        </a:p>
      </dgm:t>
    </dgm:pt>
    <dgm:pt modelId="{4D595A6F-D74A-40EA-BBA2-96E2B1FA40A4}" type="pres">
      <dgm:prSet presAssocID="{A330F706-3B14-484E-BA74-F794F58427C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68E607B-0317-4B04-9D7A-0CB4CF90933D}" type="pres">
      <dgm:prSet presAssocID="{F1EDA146-D102-490B-85CA-2DD9C956B9A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AACAA1-C146-4AB3-8154-BB259D4A9B4D}" type="pres">
      <dgm:prSet presAssocID="{083A3BF1-5952-4E2B-92AA-80AEEA05856D}" presName="spacer" presStyleCnt="0"/>
      <dgm:spPr/>
    </dgm:pt>
    <dgm:pt modelId="{C67A1B4A-CF41-40CC-BBBD-84CC4F988D52}" type="pres">
      <dgm:prSet presAssocID="{9836251E-AB31-49E6-8B0F-EEA9C38A86D7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2DB93A-98E7-44D5-A3FC-B96217743CB3}" type="pres">
      <dgm:prSet presAssocID="{11AE417D-7203-4DB5-8E2C-10F50935A7D4}" presName="spacer" presStyleCnt="0"/>
      <dgm:spPr/>
    </dgm:pt>
    <dgm:pt modelId="{8370DDB0-35C4-4A44-A059-E8A582B01C08}" type="pres">
      <dgm:prSet presAssocID="{2170A6C6-368C-4D41-A59F-D3228BC6908F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C186BEF-F22B-46AB-9E71-993DC476C87C}" srcId="{A330F706-3B14-484E-BA74-F794F58427C2}" destId="{9836251E-AB31-49E6-8B0F-EEA9C38A86D7}" srcOrd="1" destOrd="0" parTransId="{A8691414-5ADA-4285-BCD7-FB134B4A41A5}" sibTransId="{11AE417D-7203-4DB5-8E2C-10F50935A7D4}"/>
    <dgm:cxn modelId="{36A52EC5-F91F-43DE-BA29-6EA4FBDD1A39}" srcId="{A330F706-3B14-484E-BA74-F794F58427C2}" destId="{F1EDA146-D102-490B-85CA-2DD9C956B9AE}" srcOrd="0" destOrd="0" parTransId="{CE9DF8B6-DF8F-40A3-9AED-C09397AF4CB1}" sibTransId="{083A3BF1-5952-4E2B-92AA-80AEEA05856D}"/>
    <dgm:cxn modelId="{F288630D-DC1E-417B-BBA5-0D48835CB948}" type="presOf" srcId="{2170A6C6-368C-4D41-A59F-D3228BC6908F}" destId="{8370DDB0-35C4-4A44-A059-E8A582B01C08}" srcOrd="0" destOrd="0" presId="urn:microsoft.com/office/officeart/2005/8/layout/vList2"/>
    <dgm:cxn modelId="{BDF28F7D-0786-4921-9FBC-FED08BDE22C1}" type="presOf" srcId="{F1EDA146-D102-490B-85CA-2DD9C956B9AE}" destId="{068E607B-0317-4B04-9D7A-0CB4CF90933D}" srcOrd="0" destOrd="0" presId="urn:microsoft.com/office/officeart/2005/8/layout/vList2"/>
    <dgm:cxn modelId="{5524BF20-34AD-434B-B7A5-E2AB2F8A279D}" type="presOf" srcId="{9836251E-AB31-49E6-8B0F-EEA9C38A86D7}" destId="{C67A1B4A-CF41-40CC-BBBD-84CC4F988D52}" srcOrd="0" destOrd="0" presId="urn:microsoft.com/office/officeart/2005/8/layout/vList2"/>
    <dgm:cxn modelId="{7106E080-48E4-48BF-91BC-31B2ACCCD04B}" type="presOf" srcId="{A330F706-3B14-484E-BA74-F794F58427C2}" destId="{4D595A6F-D74A-40EA-BBA2-96E2B1FA40A4}" srcOrd="0" destOrd="0" presId="urn:microsoft.com/office/officeart/2005/8/layout/vList2"/>
    <dgm:cxn modelId="{BC57D94F-7A08-45C3-A1F0-ED58B1260BC5}" srcId="{A330F706-3B14-484E-BA74-F794F58427C2}" destId="{2170A6C6-368C-4D41-A59F-D3228BC6908F}" srcOrd="2" destOrd="0" parTransId="{FCFC1D52-F3B8-4535-B2C3-A4EC18A7FE1C}" sibTransId="{BB7F1DC9-2E32-42E0-B61C-A70412821658}"/>
    <dgm:cxn modelId="{7686104D-D68F-44C0-9D0B-DF41F13A07AA}" type="presParOf" srcId="{4D595A6F-D74A-40EA-BBA2-96E2B1FA40A4}" destId="{068E607B-0317-4B04-9D7A-0CB4CF90933D}" srcOrd="0" destOrd="0" presId="urn:microsoft.com/office/officeart/2005/8/layout/vList2"/>
    <dgm:cxn modelId="{DC6C1DFA-830A-4721-8CE0-6CA918C83DD8}" type="presParOf" srcId="{4D595A6F-D74A-40EA-BBA2-96E2B1FA40A4}" destId="{FBAACAA1-C146-4AB3-8154-BB259D4A9B4D}" srcOrd="1" destOrd="0" presId="urn:microsoft.com/office/officeart/2005/8/layout/vList2"/>
    <dgm:cxn modelId="{058B9F79-6AA2-4CF7-A461-6AE8058170BB}" type="presParOf" srcId="{4D595A6F-D74A-40EA-BBA2-96E2B1FA40A4}" destId="{C67A1B4A-CF41-40CC-BBBD-84CC4F988D52}" srcOrd="2" destOrd="0" presId="urn:microsoft.com/office/officeart/2005/8/layout/vList2"/>
    <dgm:cxn modelId="{AFAA16C0-8FBF-4184-B55B-D40C15439993}" type="presParOf" srcId="{4D595A6F-D74A-40EA-BBA2-96E2B1FA40A4}" destId="{B92DB93A-98E7-44D5-A3FC-B96217743CB3}" srcOrd="3" destOrd="0" presId="urn:microsoft.com/office/officeart/2005/8/layout/vList2"/>
    <dgm:cxn modelId="{1A9BD65A-9E56-4EBF-BEFA-E2DA1C3A6CD5}" type="presParOf" srcId="{4D595A6F-D74A-40EA-BBA2-96E2B1FA40A4}" destId="{8370DDB0-35C4-4A44-A059-E8A582B01C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133FF3-80A5-41DC-9AC1-62FB45A5523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D409B7A-ADF9-495E-94A9-035F5D11C859}">
      <dgm:prSet/>
      <dgm:spPr/>
      <dgm:t>
        <a:bodyPr/>
        <a:lstStyle/>
        <a:p>
          <a:pPr rtl="0"/>
          <a:r>
            <a:rPr lang="ru-RU" dirty="0" smtClean="0"/>
            <a:t>Под </a:t>
          </a:r>
          <a:r>
            <a:rPr lang="ru-RU" i="1" dirty="0" smtClean="0"/>
            <a:t>системой</a:t>
          </a:r>
          <a:r>
            <a:rPr lang="ru-RU" dirty="0" smtClean="0"/>
            <a:t> понимают любой объект, который одновременно рассматривается и как единое целое, и как объединенная в интересах достижения поставленных целей совокупность разнородных элементов. Сегодня создано большое число различных систем и они все отличаются между собой как по составу, так и по главным целям.</a:t>
          </a:r>
          <a:endParaRPr lang="ru-RU" dirty="0"/>
        </a:p>
      </dgm:t>
    </dgm:pt>
    <dgm:pt modelId="{9D7C874B-2EAE-4EE0-88ED-793EA51EFBBD}" type="parTrans" cxnId="{0B26E1C4-49A0-44CB-A3B8-33B205B12C88}">
      <dgm:prSet/>
      <dgm:spPr/>
      <dgm:t>
        <a:bodyPr/>
        <a:lstStyle/>
        <a:p>
          <a:endParaRPr lang="ru-RU"/>
        </a:p>
      </dgm:t>
    </dgm:pt>
    <dgm:pt modelId="{024EEC56-F378-46E5-BAE7-286BE0E17169}" type="sibTrans" cxnId="{0B26E1C4-49A0-44CB-A3B8-33B205B12C88}">
      <dgm:prSet/>
      <dgm:spPr/>
      <dgm:t>
        <a:bodyPr/>
        <a:lstStyle/>
        <a:p>
          <a:endParaRPr lang="ru-RU"/>
        </a:p>
      </dgm:t>
    </dgm:pt>
    <dgm:pt modelId="{09981E0A-5B11-45D0-9152-95750BC6C724}" type="pres">
      <dgm:prSet presAssocID="{F5133FF3-80A5-41DC-9AC1-62FB45A5523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051799E-EBC1-4575-9517-95399B5035A7}" type="pres">
      <dgm:prSet presAssocID="{8D409B7A-ADF9-495E-94A9-035F5D11C85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B26E1C4-49A0-44CB-A3B8-33B205B12C88}" srcId="{F5133FF3-80A5-41DC-9AC1-62FB45A55235}" destId="{8D409B7A-ADF9-495E-94A9-035F5D11C859}" srcOrd="0" destOrd="0" parTransId="{9D7C874B-2EAE-4EE0-88ED-793EA51EFBBD}" sibTransId="{024EEC56-F378-46E5-BAE7-286BE0E17169}"/>
    <dgm:cxn modelId="{B901DC12-ABDB-431F-B76F-2675E48C3AB2}" type="presOf" srcId="{F5133FF3-80A5-41DC-9AC1-62FB45A55235}" destId="{09981E0A-5B11-45D0-9152-95750BC6C724}" srcOrd="0" destOrd="0" presId="urn:microsoft.com/office/officeart/2005/8/layout/vList2"/>
    <dgm:cxn modelId="{0CB5275B-9F47-4ABE-BD1C-8CD93A667911}" type="presOf" srcId="{8D409B7A-ADF9-495E-94A9-035F5D11C859}" destId="{F051799E-EBC1-4575-9517-95399B5035A7}" srcOrd="0" destOrd="0" presId="urn:microsoft.com/office/officeart/2005/8/layout/vList2"/>
    <dgm:cxn modelId="{85684747-E811-4B21-B964-53E7DBA13008}" type="presParOf" srcId="{09981E0A-5B11-45D0-9152-95750BC6C724}" destId="{F051799E-EBC1-4575-9517-95399B5035A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78278C-49AC-450B-A370-94AA64811D82}" type="doc">
      <dgm:prSet loTypeId="urn:microsoft.com/office/officeart/2005/8/layout/vList6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64AE2097-620C-47F5-802A-86585940A08B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pPr rtl="0"/>
          <a:endParaRPr lang="en-US" dirty="0"/>
        </a:p>
      </dgm:t>
    </dgm:pt>
    <dgm:pt modelId="{00BB5106-CBCF-44C5-AA55-F87012035241}" type="parTrans" cxnId="{24D723DF-DB59-442F-BEAF-69C5E77C6DF2}">
      <dgm:prSet/>
      <dgm:spPr/>
      <dgm:t>
        <a:bodyPr/>
        <a:lstStyle/>
        <a:p>
          <a:endParaRPr lang="ru-RU"/>
        </a:p>
      </dgm:t>
    </dgm:pt>
    <dgm:pt modelId="{AE183D4D-C318-4107-9BAB-B102548DD4EB}" type="sibTrans" cxnId="{24D723DF-DB59-442F-BEAF-69C5E77C6DF2}">
      <dgm:prSet/>
      <dgm:spPr/>
      <dgm:t>
        <a:bodyPr/>
        <a:lstStyle/>
        <a:p>
          <a:endParaRPr lang="ru-RU"/>
        </a:p>
      </dgm:t>
    </dgm:pt>
    <dgm:pt modelId="{8056C292-D7CD-4FE2-B615-424B2F557D06}">
      <dgm:prSet/>
      <dgm:spPr/>
      <dgm:t>
        <a:bodyPr/>
        <a:lstStyle/>
        <a:p>
          <a:pPr rtl="0"/>
          <a:r>
            <a:rPr lang="ru-RU" smtClean="0"/>
            <a:t>– производство профессиональной информации, связанной с определенной профессиональной деятельностью. </a:t>
          </a:r>
          <a:endParaRPr lang="ru-RU"/>
        </a:p>
      </dgm:t>
    </dgm:pt>
    <dgm:pt modelId="{E82FA816-6B04-4B29-9267-0D2B0292BA27}" type="parTrans" cxnId="{10E29D79-FCDB-45E4-8F28-1BD5BD3C268F}">
      <dgm:prSet/>
      <dgm:spPr/>
    </dgm:pt>
    <dgm:pt modelId="{E9428891-7832-43A5-AF99-BE50228CF85C}" type="sibTrans" cxnId="{10E29D79-FCDB-45E4-8F28-1BD5BD3C268F}">
      <dgm:prSet/>
      <dgm:spPr/>
    </dgm:pt>
    <dgm:pt modelId="{722B41E4-B62D-4A36-BC85-B765159B5404}" type="pres">
      <dgm:prSet presAssocID="{F678278C-49AC-450B-A370-94AA64811D82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D917BAD7-9BC0-414C-B179-93581C9E12AF}" type="pres">
      <dgm:prSet presAssocID="{64AE2097-620C-47F5-802A-86585940A08B}" presName="linNode" presStyleCnt="0"/>
      <dgm:spPr/>
    </dgm:pt>
    <dgm:pt modelId="{34AAB243-6410-4D47-B76F-A3ED87B4A964}" type="pres">
      <dgm:prSet presAssocID="{64AE2097-620C-47F5-802A-86585940A08B}" presName="parent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D508669-6DF5-44ED-8095-E02CEBBCA239}" type="pres">
      <dgm:prSet presAssocID="{64AE2097-620C-47F5-802A-86585940A08B}" presName="childShp" presStyleLbl="b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3040A71-B2B5-4D7F-A2B0-233E99FB15F0}" type="presOf" srcId="{64AE2097-620C-47F5-802A-86585940A08B}" destId="{34AAB243-6410-4D47-B76F-A3ED87B4A964}" srcOrd="0" destOrd="0" presId="urn:microsoft.com/office/officeart/2005/8/layout/vList6"/>
    <dgm:cxn modelId="{24D723DF-DB59-442F-BEAF-69C5E77C6DF2}" srcId="{F678278C-49AC-450B-A370-94AA64811D82}" destId="{64AE2097-620C-47F5-802A-86585940A08B}" srcOrd="0" destOrd="0" parTransId="{00BB5106-CBCF-44C5-AA55-F87012035241}" sibTransId="{AE183D4D-C318-4107-9BAB-B102548DD4EB}"/>
    <dgm:cxn modelId="{462A9057-F866-494C-A3BD-32FDC3E090E4}" type="presOf" srcId="{F678278C-49AC-450B-A370-94AA64811D82}" destId="{722B41E4-B62D-4A36-BC85-B765159B5404}" srcOrd="0" destOrd="0" presId="urn:microsoft.com/office/officeart/2005/8/layout/vList6"/>
    <dgm:cxn modelId="{B331AA1D-390C-44E9-8162-D71CE2CC0D00}" type="presOf" srcId="{8056C292-D7CD-4FE2-B615-424B2F557D06}" destId="{5D508669-6DF5-44ED-8095-E02CEBBCA239}" srcOrd="0" destOrd="0" presId="urn:microsoft.com/office/officeart/2005/8/layout/vList6"/>
    <dgm:cxn modelId="{10E29D79-FCDB-45E4-8F28-1BD5BD3C268F}" srcId="{64AE2097-620C-47F5-802A-86585940A08B}" destId="{8056C292-D7CD-4FE2-B615-424B2F557D06}" srcOrd="0" destOrd="0" parTransId="{E82FA816-6B04-4B29-9267-0D2B0292BA27}" sibTransId="{E9428891-7832-43A5-AF99-BE50228CF85C}"/>
    <dgm:cxn modelId="{5116BFB8-4CF2-4816-926F-E0EAB51CC507}" type="presParOf" srcId="{722B41E4-B62D-4A36-BC85-B765159B5404}" destId="{D917BAD7-9BC0-414C-B179-93581C9E12AF}" srcOrd="0" destOrd="0" presId="urn:microsoft.com/office/officeart/2005/8/layout/vList6"/>
    <dgm:cxn modelId="{0A407258-A10A-452C-AB72-F31B3927032F}" type="presParOf" srcId="{D917BAD7-9BC0-414C-B179-93581C9E12AF}" destId="{34AAB243-6410-4D47-B76F-A3ED87B4A964}" srcOrd="0" destOrd="0" presId="urn:microsoft.com/office/officeart/2005/8/layout/vList6"/>
    <dgm:cxn modelId="{F9C97C39-A41E-4993-B664-6155AB569EA4}" type="presParOf" srcId="{D917BAD7-9BC0-414C-B179-93581C9E12AF}" destId="{5D508669-6DF5-44ED-8095-E02CEBBCA23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5457C2-5F8D-4A48-B825-98D589A12D3A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6E7D0A1-9E4F-4485-AC6B-F28F83EB5BB7}">
      <dgm:prSet custT="1"/>
      <dgm:spPr/>
      <dgm:t>
        <a:bodyPr/>
        <a:lstStyle/>
        <a:p>
          <a:pPr rtl="0"/>
          <a:r>
            <a:rPr lang="ru-RU" sz="2400" dirty="0" smtClean="0"/>
            <a:t>обеспечивают сбор, хранение, обработку, поиск, выдачу информации, необходимой в процессе принятия решений задач из любой области. </a:t>
          </a:r>
          <a:endParaRPr lang="en-US" sz="2400" dirty="0"/>
        </a:p>
      </dgm:t>
    </dgm:pt>
    <dgm:pt modelId="{4BC27DBB-0D3C-4A8A-96BD-D5A9548585C2}" type="parTrans" cxnId="{89DE8D3F-7835-47DE-A455-8D69886EF350}">
      <dgm:prSet/>
      <dgm:spPr/>
      <dgm:t>
        <a:bodyPr/>
        <a:lstStyle/>
        <a:p>
          <a:endParaRPr lang="ru-RU"/>
        </a:p>
      </dgm:t>
    </dgm:pt>
    <dgm:pt modelId="{21D25193-D906-445E-9E13-423CC97FCAE0}" type="sibTrans" cxnId="{89DE8D3F-7835-47DE-A455-8D69886EF350}">
      <dgm:prSet/>
      <dgm:spPr/>
      <dgm:t>
        <a:bodyPr/>
        <a:lstStyle/>
        <a:p>
          <a:endParaRPr lang="ru-RU"/>
        </a:p>
      </dgm:t>
    </dgm:pt>
    <dgm:pt modelId="{2A5035D8-D444-4ACD-91C0-E48FA4FA1297}">
      <dgm:prSet custT="1"/>
      <dgm:spPr/>
      <dgm:t>
        <a:bodyPr/>
        <a:lstStyle/>
        <a:p>
          <a:pPr rtl="0"/>
          <a:r>
            <a:rPr lang="ru-RU" sz="2400" dirty="0" smtClean="0"/>
            <a:t>Их задача помочь в анализе проблем и создавать новые продукты.</a:t>
          </a:r>
          <a:endParaRPr lang="ru-RU" sz="2400" dirty="0"/>
        </a:p>
      </dgm:t>
    </dgm:pt>
    <dgm:pt modelId="{9F9129D3-4E52-443B-922A-C8712055B5AB}" type="parTrans" cxnId="{610D4CC0-E053-4EAF-8E9E-E4C449B67D4F}">
      <dgm:prSet/>
      <dgm:spPr/>
      <dgm:t>
        <a:bodyPr/>
        <a:lstStyle/>
        <a:p>
          <a:endParaRPr lang="ru-RU"/>
        </a:p>
      </dgm:t>
    </dgm:pt>
    <dgm:pt modelId="{78CA4916-5BA7-4374-874A-9057D895EA2F}" type="sibTrans" cxnId="{610D4CC0-E053-4EAF-8E9E-E4C449B67D4F}">
      <dgm:prSet/>
      <dgm:spPr/>
      <dgm:t>
        <a:bodyPr/>
        <a:lstStyle/>
        <a:p>
          <a:endParaRPr lang="ru-RU"/>
        </a:p>
      </dgm:t>
    </dgm:pt>
    <dgm:pt modelId="{A6ED772C-E53E-4354-A6DB-812CDCAD98A4}">
      <dgm:prSet/>
      <dgm:spPr/>
      <dgm:t>
        <a:bodyPr/>
        <a:lstStyle/>
        <a:p>
          <a:pPr rtl="0"/>
          <a:endParaRPr lang="ru-RU" dirty="0"/>
        </a:p>
      </dgm:t>
    </dgm:pt>
    <dgm:pt modelId="{221B91E8-6010-4100-968B-548CE471B04C}" type="parTrans" cxnId="{F2D35CD6-8964-4AB4-9EE6-950CB5821521}">
      <dgm:prSet/>
      <dgm:spPr/>
      <dgm:t>
        <a:bodyPr/>
        <a:lstStyle/>
        <a:p>
          <a:endParaRPr lang="ru-RU"/>
        </a:p>
      </dgm:t>
    </dgm:pt>
    <dgm:pt modelId="{CC088554-F571-40AE-8CB8-B53A01766E1B}" type="sibTrans" cxnId="{F2D35CD6-8964-4AB4-9EE6-950CB5821521}">
      <dgm:prSet/>
      <dgm:spPr/>
      <dgm:t>
        <a:bodyPr/>
        <a:lstStyle/>
        <a:p>
          <a:endParaRPr lang="ru-RU"/>
        </a:p>
      </dgm:t>
    </dgm:pt>
    <dgm:pt modelId="{3314681F-53D2-4810-9B7B-34F3ECE63E38}" type="pres">
      <dgm:prSet presAssocID="{9A5457C2-5F8D-4A48-B825-98D589A12D3A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6AA4A91-1415-45B7-BFDC-51991DE575B5}" type="pres">
      <dgm:prSet presAssocID="{9A5457C2-5F8D-4A48-B825-98D589A12D3A}" presName="divider" presStyleLbl="fgShp" presStyleIdx="0" presStyleCn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C5B1AC52-424F-444A-8480-3833000B15B4}" type="pres">
      <dgm:prSet presAssocID="{96E7D0A1-9E4F-4485-AC6B-F28F83EB5BB7}" presName="downArrow" presStyleLbl="node1" presStyleIdx="0" presStyleCnt="2" custLinFactNeighborX="-24407" custLinFactNeighborY="1388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6">
              <a:lumMod val="50000"/>
            </a:schemeClr>
          </a:solidFill>
        </a:ln>
      </dgm:spPr>
    </dgm:pt>
    <dgm:pt modelId="{03696E58-BB0F-46C5-851A-6028ED231780}" type="pres">
      <dgm:prSet presAssocID="{96E7D0A1-9E4F-4485-AC6B-F28F83EB5BB7}" presName="downArrowText" presStyleLbl="revTx" presStyleIdx="0" presStyleCnt="2" custScaleX="18768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8AEB22-1C73-4F21-A987-CA916D87C9DC}" type="pres">
      <dgm:prSet presAssocID="{2A5035D8-D444-4ACD-91C0-E48FA4FA1297}" presName="upArrow" presStyleLbl="node1" presStyleIdx="1" presStyleCnt="2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rgbClr val="0070C0"/>
          </a:solidFill>
        </a:ln>
      </dgm:spPr>
    </dgm:pt>
    <dgm:pt modelId="{64D4A407-44E5-4DDD-B65E-7DC30FF9BF63}" type="pres">
      <dgm:prSet presAssocID="{2A5035D8-D444-4ACD-91C0-E48FA4FA1297}" presName="upArrowText" presStyleLbl="revTx" presStyleIdx="1" presStyleCnt="2" custScaleX="18237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2D35CD6-8964-4AB4-9EE6-950CB5821521}" srcId="{9A5457C2-5F8D-4A48-B825-98D589A12D3A}" destId="{A6ED772C-E53E-4354-A6DB-812CDCAD98A4}" srcOrd="2" destOrd="0" parTransId="{221B91E8-6010-4100-968B-548CE471B04C}" sibTransId="{CC088554-F571-40AE-8CB8-B53A01766E1B}"/>
    <dgm:cxn modelId="{653808E7-C6AC-4732-869C-07A770969EA2}" type="presOf" srcId="{2A5035D8-D444-4ACD-91C0-E48FA4FA1297}" destId="{64D4A407-44E5-4DDD-B65E-7DC30FF9BF63}" srcOrd="0" destOrd="0" presId="urn:microsoft.com/office/officeart/2005/8/layout/arrow3"/>
    <dgm:cxn modelId="{610D4CC0-E053-4EAF-8E9E-E4C449B67D4F}" srcId="{9A5457C2-5F8D-4A48-B825-98D589A12D3A}" destId="{2A5035D8-D444-4ACD-91C0-E48FA4FA1297}" srcOrd="1" destOrd="0" parTransId="{9F9129D3-4E52-443B-922A-C8712055B5AB}" sibTransId="{78CA4916-5BA7-4374-874A-9057D895EA2F}"/>
    <dgm:cxn modelId="{89DE8D3F-7835-47DE-A455-8D69886EF350}" srcId="{9A5457C2-5F8D-4A48-B825-98D589A12D3A}" destId="{96E7D0A1-9E4F-4485-AC6B-F28F83EB5BB7}" srcOrd="0" destOrd="0" parTransId="{4BC27DBB-0D3C-4A8A-96BD-D5A9548585C2}" sibTransId="{21D25193-D906-445E-9E13-423CC97FCAE0}"/>
    <dgm:cxn modelId="{7895A078-2CC4-411B-95C0-BD0E1D0D0E40}" type="presOf" srcId="{9A5457C2-5F8D-4A48-B825-98D589A12D3A}" destId="{3314681F-53D2-4810-9B7B-34F3ECE63E38}" srcOrd="0" destOrd="0" presId="urn:microsoft.com/office/officeart/2005/8/layout/arrow3"/>
    <dgm:cxn modelId="{DAA98ADE-F224-47B5-AB27-0846A841E960}" type="presOf" srcId="{96E7D0A1-9E4F-4485-AC6B-F28F83EB5BB7}" destId="{03696E58-BB0F-46C5-851A-6028ED231780}" srcOrd="0" destOrd="0" presId="urn:microsoft.com/office/officeart/2005/8/layout/arrow3"/>
    <dgm:cxn modelId="{3125F5CE-0B62-464A-B205-AF10BE6D466F}" type="presParOf" srcId="{3314681F-53D2-4810-9B7B-34F3ECE63E38}" destId="{86AA4A91-1415-45B7-BFDC-51991DE575B5}" srcOrd="0" destOrd="0" presId="urn:microsoft.com/office/officeart/2005/8/layout/arrow3"/>
    <dgm:cxn modelId="{5839C2DD-DCB2-4C75-A89C-DD3B22A921C0}" type="presParOf" srcId="{3314681F-53D2-4810-9B7B-34F3ECE63E38}" destId="{C5B1AC52-424F-444A-8480-3833000B15B4}" srcOrd="1" destOrd="0" presId="urn:microsoft.com/office/officeart/2005/8/layout/arrow3"/>
    <dgm:cxn modelId="{83EFA834-A3DD-4A91-B92D-A8E74B2C7522}" type="presParOf" srcId="{3314681F-53D2-4810-9B7B-34F3ECE63E38}" destId="{03696E58-BB0F-46C5-851A-6028ED231780}" srcOrd="2" destOrd="0" presId="urn:microsoft.com/office/officeart/2005/8/layout/arrow3"/>
    <dgm:cxn modelId="{5E459038-4460-40F2-A227-AD5EDDD3C7AE}" type="presParOf" srcId="{3314681F-53D2-4810-9B7B-34F3ECE63E38}" destId="{398AEB22-1C73-4F21-A987-CA916D87C9DC}" srcOrd="3" destOrd="0" presId="urn:microsoft.com/office/officeart/2005/8/layout/arrow3"/>
    <dgm:cxn modelId="{09CF6E28-642D-4B16-AE8F-DF26022805D3}" type="presParOf" srcId="{3314681F-53D2-4810-9B7B-34F3ECE63E38}" destId="{64D4A407-44E5-4DDD-B65E-7DC30FF9BF63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36C296-70DB-4C7F-A1BF-E203B669730E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ru-RU"/>
        </a:p>
      </dgm:t>
    </dgm:pt>
    <dgm:pt modelId="{56D675D5-11B0-466A-B8CE-282AF9D3B7A0}">
      <dgm:prSet/>
      <dgm:spPr/>
      <dgm:t>
        <a:bodyPr/>
        <a:lstStyle/>
        <a:p>
          <a:pPr rtl="0"/>
          <a:r>
            <a:rPr lang="ru-RU" i="1" dirty="0" smtClean="0"/>
            <a:t>Информационная система</a:t>
          </a:r>
          <a:r>
            <a:rPr lang="ru-RU" dirty="0" smtClean="0"/>
            <a:t> - взаимосвязанная совокупность средств, методов и персонала, используемых для хранения, обработки и выдачи информации в интересах достижения поставленной цели.</a:t>
          </a:r>
          <a:endParaRPr lang="ru-RU" dirty="0"/>
        </a:p>
      </dgm:t>
    </dgm:pt>
    <dgm:pt modelId="{DF36DC3C-3DAF-4423-A11E-2175687CD9F5}" type="parTrans" cxnId="{F8AA77EA-3EDA-4503-9AF7-B57E4CE2940D}">
      <dgm:prSet/>
      <dgm:spPr/>
      <dgm:t>
        <a:bodyPr/>
        <a:lstStyle/>
        <a:p>
          <a:endParaRPr lang="ru-RU"/>
        </a:p>
      </dgm:t>
    </dgm:pt>
    <dgm:pt modelId="{CD0ED01A-461C-4047-93A9-63F356981412}" type="sibTrans" cxnId="{F8AA77EA-3EDA-4503-9AF7-B57E4CE2940D}">
      <dgm:prSet/>
      <dgm:spPr/>
      <dgm:t>
        <a:bodyPr/>
        <a:lstStyle/>
        <a:p>
          <a:endParaRPr lang="ru-RU"/>
        </a:p>
      </dgm:t>
    </dgm:pt>
    <dgm:pt modelId="{94A1C64F-16AA-47FF-A511-739310F7243F}" type="pres">
      <dgm:prSet presAssocID="{A736C296-70DB-4C7F-A1BF-E203B669730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2399CE8-D00E-42EA-B91C-4A558ACE8FF7}" type="pres">
      <dgm:prSet presAssocID="{56D675D5-11B0-466A-B8CE-282AF9D3B7A0}" presName="boxAndChildren" presStyleCnt="0"/>
      <dgm:spPr/>
    </dgm:pt>
    <dgm:pt modelId="{7F31C8A3-5E3B-438C-A325-C22DCE99DAA5}" type="pres">
      <dgm:prSet presAssocID="{56D675D5-11B0-466A-B8CE-282AF9D3B7A0}" presName="parentTextBox" presStyleLbl="node1" presStyleIdx="0" presStyleCnt="1"/>
      <dgm:spPr/>
      <dgm:t>
        <a:bodyPr/>
        <a:lstStyle/>
        <a:p>
          <a:endParaRPr lang="ru-RU"/>
        </a:p>
      </dgm:t>
    </dgm:pt>
  </dgm:ptLst>
  <dgm:cxnLst>
    <dgm:cxn modelId="{8536655B-5C21-489A-88EB-604822988B34}" type="presOf" srcId="{A736C296-70DB-4C7F-A1BF-E203B669730E}" destId="{94A1C64F-16AA-47FF-A511-739310F7243F}" srcOrd="0" destOrd="0" presId="urn:microsoft.com/office/officeart/2005/8/layout/process4"/>
    <dgm:cxn modelId="{F8AA77EA-3EDA-4503-9AF7-B57E4CE2940D}" srcId="{A736C296-70DB-4C7F-A1BF-E203B669730E}" destId="{56D675D5-11B0-466A-B8CE-282AF9D3B7A0}" srcOrd="0" destOrd="0" parTransId="{DF36DC3C-3DAF-4423-A11E-2175687CD9F5}" sibTransId="{CD0ED01A-461C-4047-93A9-63F356981412}"/>
    <dgm:cxn modelId="{9C71885D-5821-48F6-8C32-5B4AAD79BD3D}" type="presOf" srcId="{56D675D5-11B0-466A-B8CE-282AF9D3B7A0}" destId="{7F31C8A3-5E3B-438C-A325-C22DCE99DAA5}" srcOrd="0" destOrd="0" presId="urn:microsoft.com/office/officeart/2005/8/layout/process4"/>
    <dgm:cxn modelId="{A1449144-1200-487A-A32F-B7D168A63CBB}" type="presParOf" srcId="{94A1C64F-16AA-47FF-A511-739310F7243F}" destId="{02399CE8-D00E-42EA-B91C-4A558ACE8FF7}" srcOrd="0" destOrd="0" presId="urn:microsoft.com/office/officeart/2005/8/layout/process4"/>
    <dgm:cxn modelId="{E8C29CD1-6CBA-4201-818A-ACFDCF6E1CF5}" type="presParOf" srcId="{02399CE8-D00E-42EA-B91C-4A558ACE8FF7}" destId="{7F31C8A3-5E3B-438C-A325-C22DCE99DAA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EEC65F-A3CB-4136-A249-8CE93CCE50A6}" type="doc">
      <dgm:prSet loTypeId="urn:microsoft.com/office/officeart/2005/8/layout/hList7#1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FAA16958-8165-4922-849E-F84467306A8C}">
      <dgm:prSet/>
      <dgm:spPr/>
      <dgm:t>
        <a:bodyPr/>
        <a:lstStyle/>
        <a:p>
          <a:pPr rtl="0"/>
          <a:r>
            <a:rPr lang="ru-RU" dirty="0" smtClean="0"/>
            <a:t>Информационная технология является процессом, состоящим из четко регламентированных правил выполнения операций, действий, этапов разной степени сложности над данными, хранящимися в компьютерах. </a:t>
          </a:r>
          <a:endParaRPr lang="ru-RU" dirty="0"/>
        </a:p>
      </dgm:t>
    </dgm:pt>
    <dgm:pt modelId="{9C3AD362-3C03-43CE-B205-A0D2CB1B6E98}" type="parTrans" cxnId="{FE7779F3-FD37-4B0A-8438-17AB01E4102B}">
      <dgm:prSet/>
      <dgm:spPr/>
      <dgm:t>
        <a:bodyPr/>
        <a:lstStyle/>
        <a:p>
          <a:endParaRPr lang="ru-RU"/>
        </a:p>
      </dgm:t>
    </dgm:pt>
    <dgm:pt modelId="{787203AF-B4CC-48CA-A30F-B83DA1E2880C}" type="sibTrans" cxnId="{FE7779F3-FD37-4B0A-8438-17AB01E4102B}">
      <dgm:prSet/>
      <dgm:spPr/>
      <dgm:t>
        <a:bodyPr/>
        <a:lstStyle/>
        <a:p>
          <a:endParaRPr lang="ru-RU"/>
        </a:p>
      </dgm:t>
    </dgm:pt>
    <dgm:pt modelId="{0E5A5A0A-8754-4E09-9F4E-CA72E022D98F}">
      <dgm:prSet/>
      <dgm:spPr/>
      <dgm:t>
        <a:bodyPr/>
        <a:lstStyle/>
        <a:p>
          <a:pPr rtl="0"/>
          <a:r>
            <a:rPr lang="ru-RU" dirty="0" smtClean="0"/>
            <a:t>Информационная система является средой, составляющими элементами которой являются компьютеры, компьютерные сети, программные продукты, базы данных, люди, различного рода технические и программные средства связи и т.д.</a:t>
          </a:r>
          <a:endParaRPr lang="ru-RU" dirty="0"/>
        </a:p>
      </dgm:t>
    </dgm:pt>
    <dgm:pt modelId="{756A37E6-FE07-434C-BD6A-176A55E0CA52}" type="parTrans" cxnId="{E4A22F00-386A-4847-A624-C949C8C1B26A}">
      <dgm:prSet/>
      <dgm:spPr/>
      <dgm:t>
        <a:bodyPr/>
        <a:lstStyle/>
        <a:p>
          <a:endParaRPr lang="ru-RU"/>
        </a:p>
      </dgm:t>
    </dgm:pt>
    <dgm:pt modelId="{4034207C-56E6-43BB-B6AD-940324C3CE5A}" type="sibTrans" cxnId="{E4A22F00-386A-4847-A624-C949C8C1B26A}">
      <dgm:prSet/>
      <dgm:spPr/>
      <dgm:t>
        <a:bodyPr/>
        <a:lstStyle/>
        <a:p>
          <a:endParaRPr lang="ru-RU"/>
        </a:p>
      </dgm:t>
    </dgm:pt>
    <dgm:pt modelId="{FE681297-2297-49E9-984D-760D6E515829}" type="pres">
      <dgm:prSet presAssocID="{EDEEC65F-A3CB-4136-A249-8CE93CCE50A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029FCD4-A67A-4FA2-887A-D904B0C11646}" type="pres">
      <dgm:prSet presAssocID="{EDEEC65F-A3CB-4136-A249-8CE93CCE50A6}" presName="fgShape" presStyleLbl="fgShp" presStyleIdx="0" presStyleCn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88B3F77-8C08-4CAF-A447-E8BA8FA4771C}" type="pres">
      <dgm:prSet presAssocID="{EDEEC65F-A3CB-4136-A249-8CE93CCE50A6}" presName="linComp" presStyleCnt="0"/>
      <dgm:spPr/>
    </dgm:pt>
    <dgm:pt modelId="{37775144-A27E-4F1F-AD1C-A1858D4BD556}" type="pres">
      <dgm:prSet presAssocID="{FAA16958-8165-4922-849E-F84467306A8C}" presName="compNode" presStyleCnt="0"/>
      <dgm:spPr/>
    </dgm:pt>
    <dgm:pt modelId="{093B45FB-F7BA-4A16-8FB2-E1B221FC1963}" type="pres">
      <dgm:prSet presAssocID="{FAA16958-8165-4922-849E-F84467306A8C}" presName="bkgdShape" presStyleLbl="node1" presStyleIdx="0" presStyleCnt="2"/>
      <dgm:spPr/>
      <dgm:t>
        <a:bodyPr/>
        <a:lstStyle/>
        <a:p>
          <a:endParaRPr lang="ru-RU"/>
        </a:p>
      </dgm:t>
    </dgm:pt>
    <dgm:pt modelId="{8FE45D8F-0E26-46CC-86B0-0A5B255FFA11}" type="pres">
      <dgm:prSet presAssocID="{FAA16958-8165-4922-849E-F84467306A8C}" presName="nodeTx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7E8B5E-5D43-4D32-9859-C1CCC91B3743}" type="pres">
      <dgm:prSet presAssocID="{FAA16958-8165-4922-849E-F84467306A8C}" presName="invisiNode" presStyleLbl="node1" presStyleIdx="0" presStyleCnt="2"/>
      <dgm:spPr/>
    </dgm:pt>
    <dgm:pt modelId="{83AB4FDF-D954-4542-93E8-37F977AF6ADC}" type="pres">
      <dgm:prSet presAssocID="{FAA16958-8165-4922-849E-F84467306A8C}" presName="imagNode" presStyleLbl="fgImgPlace1" presStyleIdx="0" presStyleCnt="2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4ED16274-64CE-4013-BDB5-09A756426769}" type="pres">
      <dgm:prSet presAssocID="{787203AF-B4CC-48CA-A30F-B83DA1E2880C}" presName="sibTrans" presStyleLbl="sibTrans2D1" presStyleIdx="0" presStyleCnt="0"/>
      <dgm:spPr/>
      <dgm:t>
        <a:bodyPr/>
        <a:lstStyle/>
        <a:p>
          <a:endParaRPr lang="ru-RU"/>
        </a:p>
      </dgm:t>
    </dgm:pt>
    <dgm:pt modelId="{628F70DE-5FE7-47EE-8326-561112F4DAFA}" type="pres">
      <dgm:prSet presAssocID="{0E5A5A0A-8754-4E09-9F4E-CA72E022D98F}" presName="compNode" presStyleCnt="0"/>
      <dgm:spPr/>
    </dgm:pt>
    <dgm:pt modelId="{1C750E60-11A0-42C2-98EF-93198F06A1C0}" type="pres">
      <dgm:prSet presAssocID="{0E5A5A0A-8754-4E09-9F4E-CA72E022D98F}" presName="bkgdShape" presStyleLbl="node1" presStyleIdx="1" presStyleCnt="2"/>
      <dgm:spPr/>
      <dgm:t>
        <a:bodyPr/>
        <a:lstStyle/>
        <a:p>
          <a:endParaRPr lang="ru-RU"/>
        </a:p>
      </dgm:t>
    </dgm:pt>
    <dgm:pt modelId="{3CA2C4D9-EF1F-4095-ACD2-02CAD1507727}" type="pres">
      <dgm:prSet presAssocID="{0E5A5A0A-8754-4E09-9F4E-CA72E022D98F}" presName="nodeTx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4045B9-5C54-4744-9DF5-E511C62892B2}" type="pres">
      <dgm:prSet presAssocID="{0E5A5A0A-8754-4E09-9F4E-CA72E022D98F}" presName="invisiNode" presStyleLbl="node1" presStyleIdx="1" presStyleCnt="2"/>
      <dgm:spPr/>
    </dgm:pt>
    <dgm:pt modelId="{3E42EE53-5EBD-4685-A49B-CF190183034A}" type="pres">
      <dgm:prSet presAssocID="{0E5A5A0A-8754-4E09-9F4E-CA72E022D98F}" presName="imagNode" presStyleLbl="fgImgPlace1" presStyleIdx="1" presStyleCnt="2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6899787B-8756-415E-BF71-9345E8B32FC0}" type="presOf" srcId="{FAA16958-8165-4922-849E-F84467306A8C}" destId="{8FE45D8F-0E26-46CC-86B0-0A5B255FFA11}" srcOrd="1" destOrd="0" presId="urn:microsoft.com/office/officeart/2005/8/layout/hList7#1"/>
    <dgm:cxn modelId="{873AF0B8-9E40-4520-B5AB-2645B2C901DD}" type="presOf" srcId="{FAA16958-8165-4922-849E-F84467306A8C}" destId="{093B45FB-F7BA-4A16-8FB2-E1B221FC1963}" srcOrd="0" destOrd="0" presId="urn:microsoft.com/office/officeart/2005/8/layout/hList7#1"/>
    <dgm:cxn modelId="{E4A22F00-386A-4847-A624-C949C8C1B26A}" srcId="{EDEEC65F-A3CB-4136-A249-8CE93CCE50A6}" destId="{0E5A5A0A-8754-4E09-9F4E-CA72E022D98F}" srcOrd="1" destOrd="0" parTransId="{756A37E6-FE07-434C-BD6A-176A55E0CA52}" sibTransId="{4034207C-56E6-43BB-B6AD-940324C3CE5A}"/>
    <dgm:cxn modelId="{4C4E8DFF-2BCD-4270-971E-784C4C7CE91A}" type="presOf" srcId="{0E5A5A0A-8754-4E09-9F4E-CA72E022D98F}" destId="{1C750E60-11A0-42C2-98EF-93198F06A1C0}" srcOrd="0" destOrd="0" presId="urn:microsoft.com/office/officeart/2005/8/layout/hList7#1"/>
    <dgm:cxn modelId="{B017A8D3-3C1C-48C7-BB5F-E3363DCE04F1}" type="presOf" srcId="{787203AF-B4CC-48CA-A30F-B83DA1E2880C}" destId="{4ED16274-64CE-4013-BDB5-09A756426769}" srcOrd="0" destOrd="0" presId="urn:microsoft.com/office/officeart/2005/8/layout/hList7#1"/>
    <dgm:cxn modelId="{A76F88C9-D076-4D91-A7BE-A127BD9B5F0D}" type="presOf" srcId="{0E5A5A0A-8754-4E09-9F4E-CA72E022D98F}" destId="{3CA2C4D9-EF1F-4095-ACD2-02CAD1507727}" srcOrd="1" destOrd="0" presId="urn:microsoft.com/office/officeart/2005/8/layout/hList7#1"/>
    <dgm:cxn modelId="{FE7779F3-FD37-4B0A-8438-17AB01E4102B}" srcId="{EDEEC65F-A3CB-4136-A249-8CE93CCE50A6}" destId="{FAA16958-8165-4922-849E-F84467306A8C}" srcOrd="0" destOrd="0" parTransId="{9C3AD362-3C03-43CE-B205-A0D2CB1B6E98}" sibTransId="{787203AF-B4CC-48CA-A30F-B83DA1E2880C}"/>
    <dgm:cxn modelId="{0224651B-B71E-404E-AC77-E2FB5D505FA3}" type="presOf" srcId="{EDEEC65F-A3CB-4136-A249-8CE93CCE50A6}" destId="{FE681297-2297-49E9-984D-760D6E515829}" srcOrd="0" destOrd="0" presId="urn:microsoft.com/office/officeart/2005/8/layout/hList7#1"/>
    <dgm:cxn modelId="{14DE68AC-1E9D-4CD9-9D11-A085070E07B2}" type="presParOf" srcId="{FE681297-2297-49E9-984D-760D6E515829}" destId="{3029FCD4-A67A-4FA2-887A-D904B0C11646}" srcOrd="0" destOrd="0" presId="urn:microsoft.com/office/officeart/2005/8/layout/hList7#1"/>
    <dgm:cxn modelId="{E05A948F-2E71-4ABF-BFAB-7477095D186E}" type="presParOf" srcId="{FE681297-2297-49E9-984D-760D6E515829}" destId="{888B3F77-8C08-4CAF-A447-E8BA8FA4771C}" srcOrd="1" destOrd="0" presId="urn:microsoft.com/office/officeart/2005/8/layout/hList7#1"/>
    <dgm:cxn modelId="{C89FBCEB-79CB-43BB-B8D8-FD4098850B9A}" type="presParOf" srcId="{888B3F77-8C08-4CAF-A447-E8BA8FA4771C}" destId="{37775144-A27E-4F1F-AD1C-A1858D4BD556}" srcOrd="0" destOrd="0" presId="urn:microsoft.com/office/officeart/2005/8/layout/hList7#1"/>
    <dgm:cxn modelId="{BF048D85-9B18-4FC3-A314-46DBC33F024B}" type="presParOf" srcId="{37775144-A27E-4F1F-AD1C-A1858D4BD556}" destId="{093B45FB-F7BA-4A16-8FB2-E1B221FC1963}" srcOrd="0" destOrd="0" presId="urn:microsoft.com/office/officeart/2005/8/layout/hList7#1"/>
    <dgm:cxn modelId="{B92933E5-9BC4-4275-8624-F75A769E2CA6}" type="presParOf" srcId="{37775144-A27E-4F1F-AD1C-A1858D4BD556}" destId="{8FE45D8F-0E26-46CC-86B0-0A5B255FFA11}" srcOrd="1" destOrd="0" presId="urn:microsoft.com/office/officeart/2005/8/layout/hList7#1"/>
    <dgm:cxn modelId="{BEDE9346-AE82-48EF-AAE9-F45727497EB7}" type="presParOf" srcId="{37775144-A27E-4F1F-AD1C-A1858D4BD556}" destId="{B87E8B5E-5D43-4D32-9859-C1CCC91B3743}" srcOrd="2" destOrd="0" presId="urn:microsoft.com/office/officeart/2005/8/layout/hList7#1"/>
    <dgm:cxn modelId="{90B4ED3D-8CCF-4FA0-BD8C-B8BB29A13D91}" type="presParOf" srcId="{37775144-A27E-4F1F-AD1C-A1858D4BD556}" destId="{83AB4FDF-D954-4542-93E8-37F977AF6ADC}" srcOrd="3" destOrd="0" presId="urn:microsoft.com/office/officeart/2005/8/layout/hList7#1"/>
    <dgm:cxn modelId="{DB5EFDD7-1AFD-41B3-B569-99FFB555B34B}" type="presParOf" srcId="{888B3F77-8C08-4CAF-A447-E8BA8FA4771C}" destId="{4ED16274-64CE-4013-BDB5-09A756426769}" srcOrd="1" destOrd="0" presId="urn:microsoft.com/office/officeart/2005/8/layout/hList7#1"/>
    <dgm:cxn modelId="{0EC93D9B-0BA9-4F4D-806B-E3F8718B73D3}" type="presParOf" srcId="{888B3F77-8C08-4CAF-A447-E8BA8FA4771C}" destId="{628F70DE-5FE7-47EE-8326-561112F4DAFA}" srcOrd="2" destOrd="0" presId="urn:microsoft.com/office/officeart/2005/8/layout/hList7#1"/>
    <dgm:cxn modelId="{8920C544-A630-47BF-A561-F966CE4BDE2B}" type="presParOf" srcId="{628F70DE-5FE7-47EE-8326-561112F4DAFA}" destId="{1C750E60-11A0-42C2-98EF-93198F06A1C0}" srcOrd="0" destOrd="0" presId="urn:microsoft.com/office/officeart/2005/8/layout/hList7#1"/>
    <dgm:cxn modelId="{2DA6713F-68E6-4D90-BD09-BCF3379E3D08}" type="presParOf" srcId="{628F70DE-5FE7-47EE-8326-561112F4DAFA}" destId="{3CA2C4D9-EF1F-4095-ACD2-02CAD1507727}" srcOrd="1" destOrd="0" presId="urn:microsoft.com/office/officeart/2005/8/layout/hList7#1"/>
    <dgm:cxn modelId="{2659F890-2B39-47D3-B842-DAE0D99C5976}" type="presParOf" srcId="{628F70DE-5FE7-47EE-8326-561112F4DAFA}" destId="{044045B9-5C54-4744-9DF5-E511C62892B2}" srcOrd="2" destOrd="0" presId="urn:microsoft.com/office/officeart/2005/8/layout/hList7#1"/>
    <dgm:cxn modelId="{13267C9F-2D78-49E4-A46B-20FFAAB54AC4}" type="presParOf" srcId="{628F70DE-5FE7-47EE-8326-561112F4DAFA}" destId="{3E42EE53-5EBD-4685-A49B-CF190183034A}" srcOrd="3" destOrd="0" presId="urn:microsoft.com/office/officeart/2005/8/layout/hList7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59FE050-FB1C-4593-9E79-5862CEDCF3CA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BC7080AA-1180-46A4-82B6-C368BBC094D5}">
      <dgm:prSet/>
      <dgm:spPr/>
      <dgm:t>
        <a:bodyPr/>
        <a:lstStyle/>
        <a:p>
          <a:pPr rtl="0"/>
          <a:r>
            <a:rPr lang="ru-RU" dirty="0" smtClean="0"/>
            <a:t>Основная цель информационной системы - организация хранения и передачи информации. </a:t>
          </a:r>
          <a:endParaRPr lang="ru-RU" dirty="0"/>
        </a:p>
      </dgm:t>
    </dgm:pt>
    <dgm:pt modelId="{AAB43520-D495-4D2A-85CA-CF0968FD46EC}" type="parTrans" cxnId="{23F6D475-5C20-486E-B08E-84F30DC5DAB5}">
      <dgm:prSet/>
      <dgm:spPr/>
      <dgm:t>
        <a:bodyPr/>
        <a:lstStyle/>
        <a:p>
          <a:endParaRPr lang="ru-RU"/>
        </a:p>
      </dgm:t>
    </dgm:pt>
    <dgm:pt modelId="{56C909BA-F592-4FB3-90B9-6E38229FECBA}" type="sibTrans" cxnId="{23F6D475-5C20-486E-B08E-84F30DC5DAB5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ru-RU"/>
        </a:p>
      </dgm:t>
    </dgm:pt>
    <dgm:pt modelId="{20D5AE88-D081-47DB-BBE6-5C4692F6CE9E}">
      <dgm:prSet/>
      <dgm:spPr/>
      <dgm:t>
        <a:bodyPr/>
        <a:lstStyle/>
        <a:p>
          <a:pPr rtl="0"/>
          <a:r>
            <a:rPr lang="ru-RU" dirty="0" smtClean="0"/>
            <a:t>Информационная система представляет собой </a:t>
          </a:r>
          <a:r>
            <a:rPr lang="ru-RU" dirty="0" err="1" smtClean="0"/>
            <a:t>человеко</a:t>
          </a:r>
          <a:r>
            <a:rPr lang="ru-RU" dirty="0" smtClean="0"/>
            <a:t> - компьютерную систему обработки информации. </a:t>
          </a:r>
          <a:endParaRPr lang="ru-RU" dirty="0"/>
        </a:p>
      </dgm:t>
    </dgm:pt>
    <dgm:pt modelId="{4015C388-34B1-493F-89F8-CAD08DCA6B7B}" type="parTrans" cxnId="{088EF57C-8CB8-4005-9CE2-3FFCC9D0FCA7}">
      <dgm:prSet/>
      <dgm:spPr/>
      <dgm:t>
        <a:bodyPr/>
        <a:lstStyle/>
        <a:p>
          <a:endParaRPr lang="ru-RU"/>
        </a:p>
      </dgm:t>
    </dgm:pt>
    <dgm:pt modelId="{D92901E2-B483-408A-BD3E-6F1B49EA3609}" type="sibTrans" cxnId="{088EF57C-8CB8-4005-9CE2-3FFCC9D0FCA7}">
      <dgm:prSet/>
      <dgm:spPr/>
      <dgm:t>
        <a:bodyPr/>
        <a:lstStyle/>
        <a:p>
          <a:endParaRPr lang="ru-RU"/>
        </a:p>
      </dgm:t>
    </dgm:pt>
    <dgm:pt modelId="{71FC4ED0-1C99-4F37-A92E-7A1F0D4D9822}" type="pres">
      <dgm:prSet presAssocID="{159FE050-FB1C-4593-9E79-5862CEDCF3C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4D24AAB-987C-4784-9820-5B0D21E8DACD}" type="pres">
      <dgm:prSet presAssocID="{159FE050-FB1C-4593-9E79-5862CEDCF3CA}" presName="dummyMaxCanvas" presStyleCnt="0">
        <dgm:presLayoutVars/>
      </dgm:prSet>
      <dgm:spPr/>
    </dgm:pt>
    <dgm:pt modelId="{14576378-59A1-4514-AEB1-CCB4B564F5BE}" type="pres">
      <dgm:prSet presAssocID="{159FE050-FB1C-4593-9E79-5862CEDCF3CA}" presName="TwoNodes_1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61A45B-A43B-4D78-8583-7E1B44A34A05}" type="pres">
      <dgm:prSet presAssocID="{159FE050-FB1C-4593-9E79-5862CEDCF3CA}" presName="TwoNodes_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F9E3205-43F9-4CA4-839C-65DFB70DAAF0}" type="pres">
      <dgm:prSet presAssocID="{159FE050-FB1C-4593-9E79-5862CEDCF3CA}" presName="TwoConn_1-2" presStyleLbl="f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5DD940-AEAC-4A4A-8217-A4B709FCD408}" type="pres">
      <dgm:prSet presAssocID="{159FE050-FB1C-4593-9E79-5862CEDCF3CA}" presName="TwoNodes_1_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58AAF3A-DDC8-41E1-AF34-389E4A66E9B9}" type="pres">
      <dgm:prSet presAssocID="{159FE050-FB1C-4593-9E79-5862CEDCF3CA}" presName="TwoNodes_2_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F2D282D-2486-4E92-8CED-BD4FFC6E749D}" type="presOf" srcId="{BC7080AA-1180-46A4-82B6-C368BBC094D5}" destId="{2A5DD940-AEAC-4A4A-8217-A4B709FCD408}" srcOrd="1" destOrd="0" presId="urn:microsoft.com/office/officeart/2005/8/layout/vProcess5"/>
    <dgm:cxn modelId="{0F3D2A31-28A8-44E8-AC77-C7E4D4FA116D}" type="presOf" srcId="{BC7080AA-1180-46A4-82B6-C368BBC094D5}" destId="{14576378-59A1-4514-AEB1-CCB4B564F5BE}" srcOrd="0" destOrd="0" presId="urn:microsoft.com/office/officeart/2005/8/layout/vProcess5"/>
    <dgm:cxn modelId="{DACF4D1C-BF6A-422F-8297-CC532BE29DF4}" type="presOf" srcId="{20D5AE88-D081-47DB-BBE6-5C4692F6CE9E}" destId="{158AAF3A-DDC8-41E1-AF34-389E4A66E9B9}" srcOrd="1" destOrd="0" presId="urn:microsoft.com/office/officeart/2005/8/layout/vProcess5"/>
    <dgm:cxn modelId="{BFEA24D3-8FFA-4C9F-A701-41D2982A080B}" type="presOf" srcId="{56C909BA-F592-4FB3-90B9-6E38229FECBA}" destId="{2F9E3205-43F9-4CA4-839C-65DFB70DAAF0}" srcOrd="0" destOrd="0" presId="urn:microsoft.com/office/officeart/2005/8/layout/vProcess5"/>
    <dgm:cxn modelId="{23F6D475-5C20-486E-B08E-84F30DC5DAB5}" srcId="{159FE050-FB1C-4593-9E79-5862CEDCF3CA}" destId="{BC7080AA-1180-46A4-82B6-C368BBC094D5}" srcOrd="0" destOrd="0" parTransId="{AAB43520-D495-4D2A-85CA-CF0968FD46EC}" sibTransId="{56C909BA-F592-4FB3-90B9-6E38229FECBA}"/>
    <dgm:cxn modelId="{86DAB68D-2F80-4EAD-86C8-D4270FD2E75E}" type="presOf" srcId="{20D5AE88-D081-47DB-BBE6-5C4692F6CE9E}" destId="{7461A45B-A43B-4D78-8583-7E1B44A34A05}" srcOrd="0" destOrd="0" presId="urn:microsoft.com/office/officeart/2005/8/layout/vProcess5"/>
    <dgm:cxn modelId="{A411FAB5-1147-4E95-8CE3-5997F257C63A}" type="presOf" srcId="{159FE050-FB1C-4593-9E79-5862CEDCF3CA}" destId="{71FC4ED0-1C99-4F37-A92E-7A1F0D4D9822}" srcOrd="0" destOrd="0" presId="urn:microsoft.com/office/officeart/2005/8/layout/vProcess5"/>
    <dgm:cxn modelId="{088EF57C-8CB8-4005-9CE2-3FFCC9D0FCA7}" srcId="{159FE050-FB1C-4593-9E79-5862CEDCF3CA}" destId="{20D5AE88-D081-47DB-BBE6-5C4692F6CE9E}" srcOrd="1" destOrd="0" parTransId="{4015C388-34B1-493F-89F8-CAD08DCA6B7B}" sibTransId="{D92901E2-B483-408A-BD3E-6F1B49EA3609}"/>
    <dgm:cxn modelId="{D02CE66E-BEFF-4F54-AA8A-AE1EAE6A6347}" type="presParOf" srcId="{71FC4ED0-1C99-4F37-A92E-7A1F0D4D9822}" destId="{D4D24AAB-987C-4784-9820-5B0D21E8DACD}" srcOrd="0" destOrd="0" presId="urn:microsoft.com/office/officeart/2005/8/layout/vProcess5"/>
    <dgm:cxn modelId="{1CA76BB5-F1B0-4371-AFAE-E601DA25E16C}" type="presParOf" srcId="{71FC4ED0-1C99-4F37-A92E-7A1F0D4D9822}" destId="{14576378-59A1-4514-AEB1-CCB4B564F5BE}" srcOrd="1" destOrd="0" presId="urn:microsoft.com/office/officeart/2005/8/layout/vProcess5"/>
    <dgm:cxn modelId="{61EA8286-EE7E-4E5F-ACBD-F0339A2D9895}" type="presParOf" srcId="{71FC4ED0-1C99-4F37-A92E-7A1F0D4D9822}" destId="{7461A45B-A43B-4D78-8583-7E1B44A34A05}" srcOrd="2" destOrd="0" presId="urn:microsoft.com/office/officeart/2005/8/layout/vProcess5"/>
    <dgm:cxn modelId="{CACFCB7C-39A3-4844-89CF-95CF94E514E7}" type="presParOf" srcId="{71FC4ED0-1C99-4F37-A92E-7A1F0D4D9822}" destId="{2F9E3205-43F9-4CA4-839C-65DFB70DAAF0}" srcOrd="3" destOrd="0" presId="urn:microsoft.com/office/officeart/2005/8/layout/vProcess5"/>
    <dgm:cxn modelId="{91D694FB-A7D7-493D-BD03-B8E05CC398AF}" type="presParOf" srcId="{71FC4ED0-1C99-4F37-A92E-7A1F0D4D9822}" destId="{2A5DD940-AEAC-4A4A-8217-A4B709FCD408}" srcOrd="4" destOrd="0" presId="urn:microsoft.com/office/officeart/2005/8/layout/vProcess5"/>
    <dgm:cxn modelId="{C00626BF-9086-4A8A-AA19-D3A22B80F594}" type="presParOf" srcId="{71FC4ED0-1C99-4F37-A92E-7A1F0D4D9822}" destId="{158AAF3A-DDC8-41E1-AF34-389E4A66E9B9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5707872-5A41-4BAD-81BE-911877CE2AAE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ru-RU"/>
        </a:p>
      </dgm:t>
    </dgm:pt>
    <dgm:pt modelId="{144EB99C-83DF-4E70-AAC7-D4FFE7E3E106}">
      <dgm:prSet/>
      <dgm:spPr/>
      <dgm:t>
        <a:bodyPr/>
        <a:lstStyle/>
        <a:p>
          <a:pPr rtl="0"/>
          <a:r>
            <a:rPr lang="ru-RU" b="1" dirty="0" smtClean="0"/>
            <a:t>Информационная система</a:t>
          </a:r>
          <a:r>
            <a:rPr lang="ru-RU" dirty="0" smtClean="0"/>
            <a:t> – </a:t>
          </a:r>
          <a:r>
            <a:rPr lang="ru-RU" dirty="0" err="1" smtClean="0"/>
            <a:t>человеко</a:t>
          </a:r>
          <a:r>
            <a:rPr lang="ru-RU" dirty="0" smtClean="0"/>
            <a:t> - компьютерная система для поддержки принятия решений и производства информационных продуктов, использующая компьютерную информационную технологию.</a:t>
          </a:r>
          <a:endParaRPr lang="ru-RU" dirty="0"/>
        </a:p>
      </dgm:t>
    </dgm:pt>
    <dgm:pt modelId="{DBAF8C56-7994-47A0-8F6E-E80A424E1E9D}" type="parTrans" cxnId="{E13A6002-BF3F-4441-999B-728AF1960047}">
      <dgm:prSet/>
      <dgm:spPr/>
      <dgm:t>
        <a:bodyPr/>
        <a:lstStyle/>
        <a:p>
          <a:endParaRPr lang="ru-RU"/>
        </a:p>
      </dgm:t>
    </dgm:pt>
    <dgm:pt modelId="{8BAEF9CD-20B5-4B6D-9209-0B280767AEA9}" type="sibTrans" cxnId="{E13A6002-BF3F-4441-999B-728AF1960047}">
      <dgm:prSet/>
      <dgm:spPr/>
      <dgm:t>
        <a:bodyPr/>
        <a:lstStyle/>
        <a:p>
          <a:endParaRPr lang="ru-RU"/>
        </a:p>
      </dgm:t>
    </dgm:pt>
    <dgm:pt modelId="{2E55EB2E-2014-469C-BA94-AA7E01671A13}" type="pres">
      <dgm:prSet presAssocID="{A5707872-5A41-4BAD-81BE-911877CE2AA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EC242DC-8470-4017-9D7B-ABDD5AB83914}" type="pres">
      <dgm:prSet presAssocID="{144EB99C-83DF-4E70-AAC7-D4FFE7E3E106}" presName="boxAndChildren" presStyleCnt="0"/>
      <dgm:spPr/>
    </dgm:pt>
    <dgm:pt modelId="{43CC26DE-F733-4272-9725-52DBA135B35C}" type="pres">
      <dgm:prSet presAssocID="{144EB99C-83DF-4E70-AAC7-D4FFE7E3E106}" presName="parentTextBox" presStyleLbl="node1" presStyleIdx="0" presStyleCnt="1"/>
      <dgm:spPr/>
      <dgm:t>
        <a:bodyPr/>
        <a:lstStyle/>
        <a:p>
          <a:endParaRPr lang="ru-RU"/>
        </a:p>
      </dgm:t>
    </dgm:pt>
  </dgm:ptLst>
  <dgm:cxnLst>
    <dgm:cxn modelId="{6E6CB07E-0621-46C6-9839-F2EB1B77B8B4}" type="presOf" srcId="{A5707872-5A41-4BAD-81BE-911877CE2AAE}" destId="{2E55EB2E-2014-469C-BA94-AA7E01671A13}" srcOrd="0" destOrd="0" presId="urn:microsoft.com/office/officeart/2005/8/layout/process4"/>
    <dgm:cxn modelId="{AF7ACCED-8A40-436C-8967-1046BD40733F}" type="presOf" srcId="{144EB99C-83DF-4E70-AAC7-D4FFE7E3E106}" destId="{43CC26DE-F733-4272-9725-52DBA135B35C}" srcOrd="0" destOrd="0" presId="urn:microsoft.com/office/officeart/2005/8/layout/process4"/>
    <dgm:cxn modelId="{E13A6002-BF3F-4441-999B-728AF1960047}" srcId="{A5707872-5A41-4BAD-81BE-911877CE2AAE}" destId="{144EB99C-83DF-4E70-AAC7-D4FFE7E3E106}" srcOrd="0" destOrd="0" parTransId="{DBAF8C56-7994-47A0-8F6E-E80A424E1E9D}" sibTransId="{8BAEF9CD-20B5-4B6D-9209-0B280767AEA9}"/>
    <dgm:cxn modelId="{B289C65B-43D0-4B64-B71B-EFF8882EC561}" type="presParOf" srcId="{2E55EB2E-2014-469C-BA94-AA7E01671A13}" destId="{5EC242DC-8470-4017-9D7B-ABDD5AB83914}" srcOrd="0" destOrd="0" presId="urn:microsoft.com/office/officeart/2005/8/layout/process4"/>
    <dgm:cxn modelId="{9F24B8AF-C8DB-46F6-81A6-13015D1687B6}" type="presParOf" srcId="{5EC242DC-8470-4017-9D7B-ABDD5AB83914}" destId="{43CC26DE-F733-4272-9725-52DBA135B35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76F710F-EA37-4A65-82FB-A5B1C8212243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ru-RU"/>
        </a:p>
      </dgm:t>
    </dgm:pt>
    <dgm:pt modelId="{7950CBA7-5ADC-4879-8FD1-A207E19C7CBB}">
      <dgm:prSet/>
      <dgm:spPr/>
      <dgm:t>
        <a:bodyPr/>
        <a:lstStyle/>
        <a:p>
          <a:pPr rtl="0"/>
          <a:r>
            <a:rPr lang="ru-RU" dirty="0" smtClean="0"/>
            <a:t>Области применения информационных приложений разнообразны: страхование, транспорт, образование и т. д. Трудно найти область деловой активности, в которой сегодня можно было бы обойтись без использования информационных систем. Эффективное использование корпоративных информационных систем позволяет делать более точные прогнозы и избегать возможных ошибок в управлении</a:t>
          </a:r>
          <a:endParaRPr lang="ru-RU" dirty="0"/>
        </a:p>
      </dgm:t>
    </dgm:pt>
    <dgm:pt modelId="{8FB8066A-557D-4500-A247-40C31DA5ACDA}" type="parTrans" cxnId="{8AA704CD-36FD-4361-9F79-9429A3C6D430}">
      <dgm:prSet/>
      <dgm:spPr/>
      <dgm:t>
        <a:bodyPr/>
        <a:lstStyle/>
        <a:p>
          <a:endParaRPr lang="ru-RU"/>
        </a:p>
      </dgm:t>
    </dgm:pt>
    <dgm:pt modelId="{D2034408-A76A-4313-9C86-89DFDE2E4985}" type="sibTrans" cxnId="{8AA704CD-36FD-4361-9F79-9429A3C6D430}">
      <dgm:prSet/>
      <dgm:spPr/>
      <dgm:t>
        <a:bodyPr/>
        <a:lstStyle/>
        <a:p>
          <a:endParaRPr lang="ru-RU"/>
        </a:p>
      </dgm:t>
    </dgm:pt>
    <dgm:pt modelId="{599AD49B-A5A6-4C4E-B932-D777004B26DF}" type="pres">
      <dgm:prSet presAssocID="{A76F710F-EA37-4A65-82FB-A5B1C821224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3993B9-F7E6-4C0F-A8CB-617C1D774701}" type="pres">
      <dgm:prSet presAssocID="{7950CBA7-5ADC-4879-8FD1-A207E19C7CBB}" presName="boxAndChildren" presStyleCnt="0"/>
      <dgm:spPr/>
    </dgm:pt>
    <dgm:pt modelId="{887C8FEA-68C0-4A90-9310-F8B8451ADC95}" type="pres">
      <dgm:prSet presAssocID="{7950CBA7-5ADC-4879-8FD1-A207E19C7CBB}" presName="parentTextBox" presStyleLbl="node1" presStyleIdx="0" presStyleCnt="1"/>
      <dgm:spPr/>
      <dgm:t>
        <a:bodyPr/>
        <a:lstStyle/>
        <a:p>
          <a:endParaRPr lang="ru-RU"/>
        </a:p>
      </dgm:t>
    </dgm:pt>
  </dgm:ptLst>
  <dgm:cxnLst>
    <dgm:cxn modelId="{8AA704CD-36FD-4361-9F79-9429A3C6D430}" srcId="{A76F710F-EA37-4A65-82FB-A5B1C8212243}" destId="{7950CBA7-5ADC-4879-8FD1-A207E19C7CBB}" srcOrd="0" destOrd="0" parTransId="{8FB8066A-557D-4500-A247-40C31DA5ACDA}" sibTransId="{D2034408-A76A-4313-9C86-89DFDE2E4985}"/>
    <dgm:cxn modelId="{FE8B33EE-E260-4202-B422-F1DE0AD19A50}" type="presOf" srcId="{A76F710F-EA37-4A65-82FB-A5B1C8212243}" destId="{599AD49B-A5A6-4C4E-B932-D777004B26DF}" srcOrd="0" destOrd="0" presId="urn:microsoft.com/office/officeart/2005/8/layout/process4"/>
    <dgm:cxn modelId="{8FA758A1-E211-4887-B21F-665B28C40F95}" type="presOf" srcId="{7950CBA7-5ADC-4879-8FD1-A207E19C7CBB}" destId="{887C8FEA-68C0-4A90-9310-F8B8451ADC95}" srcOrd="0" destOrd="0" presId="urn:microsoft.com/office/officeart/2005/8/layout/process4"/>
    <dgm:cxn modelId="{6D9D99E5-8F6E-497B-AFDE-3CEF53D25E77}" type="presParOf" srcId="{599AD49B-A5A6-4C4E-B932-D777004B26DF}" destId="{693993B9-F7E6-4C0F-A8CB-617C1D774701}" srcOrd="0" destOrd="0" presId="urn:microsoft.com/office/officeart/2005/8/layout/process4"/>
    <dgm:cxn modelId="{5AE1623E-B8AD-40B1-B6C1-8141DCB44C63}" type="presParOf" srcId="{693993B9-F7E6-4C0F-A8CB-617C1D774701}" destId="{887C8FEA-68C0-4A90-9310-F8B8451ADC9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2C1D7CE-E432-43DF-94F1-5BBD8227C982}" type="doc">
      <dgm:prSet loTypeId="urn:microsoft.com/office/officeart/2005/8/layout/vList3#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9C073D2D-DA6D-4BFF-8D26-837387591768}">
      <dgm:prSet/>
      <dgm:spPr/>
      <dgm:t>
        <a:bodyPr/>
        <a:lstStyle/>
        <a:p>
          <a:pPr rtl="0"/>
          <a:r>
            <a:rPr lang="ru-RU" dirty="0" smtClean="0"/>
            <a:t>получению более рациональных вариантов решения управленческих задач за счет внедрения математических методов и интеллектуальных систем и т.д.;</a:t>
          </a:r>
          <a:endParaRPr lang="ru-RU" dirty="0"/>
        </a:p>
      </dgm:t>
    </dgm:pt>
    <dgm:pt modelId="{5D278532-B2E4-460F-9547-33FE6A4B22F1}" type="parTrans" cxnId="{21EE3A83-4A16-4305-9CCC-99552E780BD0}">
      <dgm:prSet/>
      <dgm:spPr/>
      <dgm:t>
        <a:bodyPr/>
        <a:lstStyle/>
        <a:p>
          <a:endParaRPr lang="ru-RU"/>
        </a:p>
      </dgm:t>
    </dgm:pt>
    <dgm:pt modelId="{189F6213-56B8-4D8B-9BC8-1A386DF0BE74}" type="sibTrans" cxnId="{21EE3A83-4A16-4305-9CCC-99552E780BD0}">
      <dgm:prSet/>
      <dgm:spPr/>
      <dgm:t>
        <a:bodyPr/>
        <a:lstStyle/>
        <a:p>
          <a:endParaRPr lang="ru-RU"/>
        </a:p>
      </dgm:t>
    </dgm:pt>
    <dgm:pt modelId="{FE92BF24-3488-49CD-90EB-49B1620114CA}">
      <dgm:prSet/>
      <dgm:spPr/>
      <dgm:t>
        <a:bodyPr/>
        <a:lstStyle/>
        <a:p>
          <a:pPr rtl="0"/>
          <a:r>
            <a:rPr lang="ru-RU" dirty="0" smtClean="0"/>
            <a:t>освобождению работников от рутинной работы за счет ее автоматизации;</a:t>
          </a:r>
          <a:endParaRPr lang="ru-RU" dirty="0"/>
        </a:p>
      </dgm:t>
    </dgm:pt>
    <dgm:pt modelId="{C76D5F9E-3F0C-48B4-8F6E-F8A7B9881462}" type="parTrans" cxnId="{E8B45536-65B2-4E48-A566-9D1360429136}">
      <dgm:prSet/>
      <dgm:spPr/>
      <dgm:t>
        <a:bodyPr/>
        <a:lstStyle/>
        <a:p>
          <a:endParaRPr lang="ru-RU"/>
        </a:p>
      </dgm:t>
    </dgm:pt>
    <dgm:pt modelId="{886645CB-96B4-4F65-AAFF-5894FCFD33EA}" type="sibTrans" cxnId="{E8B45536-65B2-4E48-A566-9D1360429136}">
      <dgm:prSet/>
      <dgm:spPr/>
      <dgm:t>
        <a:bodyPr/>
        <a:lstStyle/>
        <a:p>
          <a:endParaRPr lang="ru-RU"/>
        </a:p>
      </dgm:t>
    </dgm:pt>
    <dgm:pt modelId="{9FE92030-C682-4ECB-8192-0325F84EB8D4}" type="pres">
      <dgm:prSet presAssocID="{B2C1D7CE-E432-43DF-94F1-5BBD8227C98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F518B49-84DF-4637-87AD-760C1DE19C3B}" type="pres">
      <dgm:prSet presAssocID="{9C073D2D-DA6D-4BFF-8D26-837387591768}" presName="composite" presStyleCnt="0"/>
      <dgm:spPr/>
    </dgm:pt>
    <dgm:pt modelId="{EB61AFA6-60F7-437D-9120-FF9BF1A24D24}" type="pres">
      <dgm:prSet presAssocID="{9C073D2D-DA6D-4BFF-8D26-837387591768}" presName="imgShp" presStyleLbl="fgImgPlace1" presStyleIdx="0" presStyleCnt="2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5E2F17-BB39-43BE-948A-6D91C99E1553}" type="pres">
      <dgm:prSet presAssocID="{9C073D2D-DA6D-4BFF-8D26-837387591768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88FC72-8D85-4BD9-ADF5-4150076AB049}" type="pres">
      <dgm:prSet presAssocID="{189F6213-56B8-4D8B-9BC8-1A386DF0BE74}" presName="spacing" presStyleCnt="0"/>
      <dgm:spPr/>
    </dgm:pt>
    <dgm:pt modelId="{8C6B5B0C-41FB-41CB-AE0E-F72FD1C30DB3}" type="pres">
      <dgm:prSet presAssocID="{FE92BF24-3488-49CD-90EB-49B1620114CA}" presName="composite" presStyleCnt="0"/>
      <dgm:spPr/>
    </dgm:pt>
    <dgm:pt modelId="{D884EA78-B5F2-4C25-BFEE-52ECAEF29F23}" type="pres">
      <dgm:prSet presAssocID="{FE92BF24-3488-49CD-90EB-49B1620114CA}" presName="imgShp" presStyleLbl="fgImgPlace1" presStyleIdx="1" presStyleCnt="2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E89B3E9-894C-420F-973B-7566DCC59B31}" type="pres">
      <dgm:prSet presAssocID="{FE92BF24-3488-49CD-90EB-49B1620114CA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734B49-B631-45E7-A95E-3C729B56CF7B}" type="presOf" srcId="{FE92BF24-3488-49CD-90EB-49B1620114CA}" destId="{3E89B3E9-894C-420F-973B-7566DCC59B31}" srcOrd="0" destOrd="0" presId="urn:microsoft.com/office/officeart/2005/8/layout/vList3#1"/>
    <dgm:cxn modelId="{E8B45536-65B2-4E48-A566-9D1360429136}" srcId="{B2C1D7CE-E432-43DF-94F1-5BBD8227C982}" destId="{FE92BF24-3488-49CD-90EB-49B1620114CA}" srcOrd="1" destOrd="0" parTransId="{C76D5F9E-3F0C-48B4-8F6E-F8A7B9881462}" sibTransId="{886645CB-96B4-4F65-AAFF-5894FCFD33EA}"/>
    <dgm:cxn modelId="{21EE3A83-4A16-4305-9CCC-99552E780BD0}" srcId="{B2C1D7CE-E432-43DF-94F1-5BBD8227C982}" destId="{9C073D2D-DA6D-4BFF-8D26-837387591768}" srcOrd="0" destOrd="0" parTransId="{5D278532-B2E4-460F-9547-33FE6A4B22F1}" sibTransId="{189F6213-56B8-4D8B-9BC8-1A386DF0BE74}"/>
    <dgm:cxn modelId="{0EB84A93-61E2-4CD9-BE67-814AC1DD5C84}" type="presOf" srcId="{9C073D2D-DA6D-4BFF-8D26-837387591768}" destId="{8C5E2F17-BB39-43BE-948A-6D91C99E1553}" srcOrd="0" destOrd="0" presId="urn:microsoft.com/office/officeart/2005/8/layout/vList3#1"/>
    <dgm:cxn modelId="{52318262-43AB-4D38-928B-0FE98D0AFED1}" type="presOf" srcId="{B2C1D7CE-E432-43DF-94F1-5BBD8227C982}" destId="{9FE92030-C682-4ECB-8192-0325F84EB8D4}" srcOrd="0" destOrd="0" presId="urn:microsoft.com/office/officeart/2005/8/layout/vList3#1"/>
    <dgm:cxn modelId="{C04783DB-7B83-428F-A63D-5D2F7D2AD1ED}" type="presParOf" srcId="{9FE92030-C682-4ECB-8192-0325F84EB8D4}" destId="{2F518B49-84DF-4637-87AD-760C1DE19C3B}" srcOrd="0" destOrd="0" presId="urn:microsoft.com/office/officeart/2005/8/layout/vList3#1"/>
    <dgm:cxn modelId="{8EBA5AC9-605B-446E-A961-D7C944D097B2}" type="presParOf" srcId="{2F518B49-84DF-4637-87AD-760C1DE19C3B}" destId="{EB61AFA6-60F7-437D-9120-FF9BF1A24D24}" srcOrd="0" destOrd="0" presId="urn:microsoft.com/office/officeart/2005/8/layout/vList3#1"/>
    <dgm:cxn modelId="{5A8884A4-B626-49FB-A55B-971824BA2441}" type="presParOf" srcId="{2F518B49-84DF-4637-87AD-760C1DE19C3B}" destId="{8C5E2F17-BB39-43BE-948A-6D91C99E1553}" srcOrd="1" destOrd="0" presId="urn:microsoft.com/office/officeart/2005/8/layout/vList3#1"/>
    <dgm:cxn modelId="{7B3C9BE3-395B-437A-8A4A-E436BBF38BF7}" type="presParOf" srcId="{9FE92030-C682-4ECB-8192-0325F84EB8D4}" destId="{8F88FC72-8D85-4BD9-ADF5-4150076AB049}" srcOrd="1" destOrd="0" presId="urn:microsoft.com/office/officeart/2005/8/layout/vList3#1"/>
    <dgm:cxn modelId="{750F412F-E852-4E31-B902-85E15DE44D45}" type="presParOf" srcId="{9FE92030-C682-4ECB-8192-0325F84EB8D4}" destId="{8C6B5B0C-41FB-41CB-AE0E-F72FD1C30DB3}" srcOrd="2" destOrd="0" presId="urn:microsoft.com/office/officeart/2005/8/layout/vList3#1"/>
    <dgm:cxn modelId="{A307A8A0-3DB6-41A9-9F26-45B35200A283}" type="presParOf" srcId="{8C6B5B0C-41FB-41CB-AE0E-F72FD1C30DB3}" destId="{D884EA78-B5F2-4C25-BFEE-52ECAEF29F23}" srcOrd="0" destOrd="0" presId="urn:microsoft.com/office/officeart/2005/8/layout/vList3#1"/>
    <dgm:cxn modelId="{3F5A313A-1F8B-4E15-A595-570ECA8DD8DF}" type="presParOf" srcId="{8C6B5B0C-41FB-41CB-AE0E-F72FD1C30DB3}" destId="{3E89B3E9-894C-420F-973B-7566DCC59B31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4186ECF-CAA6-4A73-811A-5EC9E86A9A6A}" type="doc">
      <dgm:prSet loTypeId="urn:microsoft.com/office/officeart/2005/8/layout/vList3#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F11F3BED-DE3E-4257-AB15-9B90D17B055C}">
      <dgm:prSet/>
      <dgm:spPr/>
      <dgm:t>
        <a:bodyPr/>
        <a:lstStyle/>
        <a:p>
          <a:pPr rtl="0"/>
          <a:r>
            <a:rPr lang="ru-RU" dirty="0" smtClean="0"/>
            <a:t>обеспечению достоверности информации;</a:t>
          </a:r>
          <a:endParaRPr lang="ru-RU" dirty="0"/>
        </a:p>
      </dgm:t>
    </dgm:pt>
    <dgm:pt modelId="{8F2913C2-81C4-4244-B70A-267A6024A420}" type="parTrans" cxnId="{E83BF98D-0602-4696-9781-F55F888F3F0B}">
      <dgm:prSet/>
      <dgm:spPr/>
      <dgm:t>
        <a:bodyPr/>
        <a:lstStyle/>
        <a:p>
          <a:endParaRPr lang="ru-RU"/>
        </a:p>
      </dgm:t>
    </dgm:pt>
    <dgm:pt modelId="{5FA3C887-474A-40A1-9F73-083839F3F638}" type="sibTrans" cxnId="{E83BF98D-0602-4696-9781-F55F888F3F0B}">
      <dgm:prSet/>
      <dgm:spPr/>
      <dgm:t>
        <a:bodyPr/>
        <a:lstStyle/>
        <a:p>
          <a:endParaRPr lang="ru-RU"/>
        </a:p>
      </dgm:t>
    </dgm:pt>
    <dgm:pt modelId="{FBC297EA-FCF1-45A0-BA33-F964E4BE57EB}">
      <dgm:prSet/>
      <dgm:spPr/>
      <dgm:t>
        <a:bodyPr/>
        <a:lstStyle/>
        <a:p>
          <a:pPr rtl="0"/>
          <a:r>
            <a:rPr lang="ru-RU" dirty="0" smtClean="0"/>
            <a:t>замене бумажных носителей информации на электронные</a:t>
          </a:r>
          <a:endParaRPr lang="ru-RU" dirty="0"/>
        </a:p>
      </dgm:t>
    </dgm:pt>
    <dgm:pt modelId="{04063523-6EF9-44D9-A624-0A87CABC4E92}" type="parTrans" cxnId="{5281DC42-0F74-468F-962A-6A9037EBE5FC}">
      <dgm:prSet/>
      <dgm:spPr/>
      <dgm:t>
        <a:bodyPr/>
        <a:lstStyle/>
        <a:p>
          <a:endParaRPr lang="ru-RU"/>
        </a:p>
      </dgm:t>
    </dgm:pt>
    <dgm:pt modelId="{F3BAF421-DA9A-4596-8EDE-792E082EAD0F}" type="sibTrans" cxnId="{5281DC42-0F74-468F-962A-6A9037EBE5FC}">
      <dgm:prSet/>
      <dgm:spPr/>
      <dgm:t>
        <a:bodyPr/>
        <a:lstStyle/>
        <a:p>
          <a:endParaRPr lang="ru-RU"/>
        </a:p>
      </dgm:t>
    </dgm:pt>
    <dgm:pt modelId="{25368F31-0BAD-46D5-ABCE-52F91D99F875}" type="pres">
      <dgm:prSet presAssocID="{A4186ECF-CAA6-4A73-811A-5EC9E86A9A6A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4D4A464-F916-4646-80E7-967FC25C212B}" type="pres">
      <dgm:prSet presAssocID="{F11F3BED-DE3E-4257-AB15-9B90D17B055C}" presName="composite" presStyleCnt="0"/>
      <dgm:spPr/>
    </dgm:pt>
    <dgm:pt modelId="{DF55AFAF-2C2F-497B-8BA0-CE71C857F943}" type="pres">
      <dgm:prSet presAssocID="{F11F3BED-DE3E-4257-AB15-9B90D17B055C}" presName="imgShp" presStyleLbl="fgImgPlace1" presStyleIdx="0" presStyleCnt="2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CFAE61B2-9343-48B1-8271-4B1C7DCD00F5}" type="pres">
      <dgm:prSet presAssocID="{F11F3BED-DE3E-4257-AB15-9B90D17B055C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C6BE96A-13D9-46AF-8FB5-D6421621B01C}" type="pres">
      <dgm:prSet presAssocID="{5FA3C887-474A-40A1-9F73-083839F3F638}" presName="spacing" presStyleCnt="0"/>
      <dgm:spPr/>
    </dgm:pt>
    <dgm:pt modelId="{C38E9232-AE1F-4B50-A6EF-DDCE5A470F41}" type="pres">
      <dgm:prSet presAssocID="{FBC297EA-FCF1-45A0-BA33-F964E4BE57EB}" presName="composite" presStyleCnt="0"/>
      <dgm:spPr/>
    </dgm:pt>
    <dgm:pt modelId="{034B83E8-CB78-4407-B114-145B2C48E72C}" type="pres">
      <dgm:prSet presAssocID="{FBC297EA-FCF1-45A0-BA33-F964E4BE57EB}" presName="imgShp" presStyleLbl="fgImgPlace1" presStyleIdx="1" presStyleCnt="2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96683230-1AFA-480D-A807-BF1AA67D3D34}" type="pres">
      <dgm:prSet presAssocID="{FBC297EA-FCF1-45A0-BA33-F964E4BE57EB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EC11C94-E547-4207-AB3B-600ADDFDB7D7}" type="presOf" srcId="{F11F3BED-DE3E-4257-AB15-9B90D17B055C}" destId="{CFAE61B2-9343-48B1-8271-4B1C7DCD00F5}" srcOrd="0" destOrd="0" presId="urn:microsoft.com/office/officeart/2005/8/layout/vList3#2"/>
    <dgm:cxn modelId="{E83BF98D-0602-4696-9781-F55F888F3F0B}" srcId="{A4186ECF-CAA6-4A73-811A-5EC9E86A9A6A}" destId="{F11F3BED-DE3E-4257-AB15-9B90D17B055C}" srcOrd="0" destOrd="0" parTransId="{8F2913C2-81C4-4244-B70A-267A6024A420}" sibTransId="{5FA3C887-474A-40A1-9F73-083839F3F638}"/>
    <dgm:cxn modelId="{86941C1D-5DE4-44DC-B697-867CF76DEFFC}" type="presOf" srcId="{A4186ECF-CAA6-4A73-811A-5EC9E86A9A6A}" destId="{25368F31-0BAD-46D5-ABCE-52F91D99F875}" srcOrd="0" destOrd="0" presId="urn:microsoft.com/office/officeart/2005/8/layout/vList3#2"/>
    <dgm:cxn modelId="{A5BE3A19-FEAB-490E-B83D-DDE9662500C7}" type="presOf" srcId="{FBC297EA-FCF1-45A0-BA33-F964E4BE57EB}" destId="{96683230-1AFA-480D-A807-BF1AA67D3D34}" srcOrd="0" destOrd="0" presId="urn:microsoft.com/office/officeart/2005/8/layout/vList3#2"/>
    <dgm:cxn modelId="{5281DC42-0F74-468F-962A-6A9037EBE5FC}" srcId="{A4186ECF-CAA6-4A73-811A-5EC9E86A9A6A}" destId="{FBC297EA-FCF1-45A0-BA33-F964E4BE57EB}" srcOrd="1" destOrd="0" parTransId="{04063523-6EF9-44D9-A624-0A87CABC4E92}" sibTransId="{F3BAF421-DA9A-4596-8EDE-792E082EAD0F}"/>
    <dgm:cxn modelId="{D96A6745-AFB0-4279-B753-4F1199F1A139}" type="presParOf" srcId="{25368F31-0BAD-46D5-ABCE-52F91D99F875}" destId="{E4D4A464-F916-4646-80E7-967FC25C212B}" srcOrd="0" destOrd="0" presId="urn:microsoft.com/office/officeart/2005/8/layout/vList3#2"/>
    <dgm:cxn modelId="{F861D828-AFF9-4F9C-9354-C29017E93B79}" type="presParOf" srcId="{E4D4A464-F916-4646-80E7-967FC25C212B}" destId="{DF55AFAF-2C2F-497B-8BA0-CE71C857F943}" srcOrd="0" destOrd="0" presId="urn:microsoft.com/office/officeart/2005/8/layout/vList3#2"/>
    <dgm:cxn modelId="{38D5462A-5AB6-491C-A108-FEF888926DC9}" type="presParOf" srcId="{E4D4A464-F916-4646-80E7-967FC25C212B}" destId="{CFAE61B2-9343-48B1-8271-4B1C7DCD00F5}" srcOrd="1" destOrd="0" presId="urn:microsoft.com/office/officeart/2005/8/layout/vList3#2"/>
    <dgm:cxn modelId="{0486D5DD-1728-4150-9006-14B432D70186}" type="presParOf" srcId="{25368F31-0BAD-46D5-ABCE-52F91D99F875}" destId="{AC6BE96A-13D9-46AF-8FB5-D6421621B01C}" srcOrd="1" destOrd="0" presId="urn:microsoft.com/office/officeart/2005/8/layout/vList3#2"/>
    <dgm:cxn modelId="{D2D215CC-02E8-4391-B4B1-47535C049CDB}" type="presParOf" srcId="{25368F31-0BAD-46D5-ABCE-52F91D99F875}" destId="{C38E9232-AE1F-4B50-A6EF-DDCE5A470F41}" srcOrd="2" destOrd="0" presId="urn:microsoft.com/office/officeart/2005/8/layout/vList3#2"/>
    <dgm:cxn modelId="{B896A03A-2B24-4719-B449-368CB5CFEE52}" type="presParOf" srcId="{C38E9232-AE1F-4B50-A6EF-DDCE5A470F41}" destId="{034B83E8-CB78-4407-B114-145B2C48E72C}" srcOrd="0" destOrd="0" presId="urn:microsoft.com/office/officeart/2005/8/layout/vList3#2"/>
    <dgm:cxn modelId="{E2347432-AC4D-443A-A004-0A9AEC477D73}" type="presParOf" srcId="{C38E9232-AE1F-4B50-A6EF-DDCE5A470F41}" destId="{96683230-1AFA-480D-A807-BF1AA67D3D34}" srcOrd="1" destOrd="0" presId="urn:microsoft.com/office/officeart/2005/8/layout/vList3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2D9068F-2430-4BEB-B996-A0B5CD8243BD}" type="doc">
      <dgm:prSet loTypeId="urn:microsoft.com/office/officeart/2005/8/layout/vList3#3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E90CC2F7-F51F-47CB-B640-565841C48485}">
      <dgm:prSet/>
      <dgm:spPr/>
      <dgm:t>
        <a:bodyPr/>
        <a:lstStyle/>
        <a:p>
          <a:pPr rtl="0"/>
          <a:r>
            <a:rPr lang="ru-RU" dirty="0" smtClean="0"/>
            <a:t>совершенствованию структуры потоков информации и системы документооборота в фирме;</a:t>
          </a:r>
          <a:endParaRPr lang="ru-RU" dirty="0"/>
        </a:p>
      </dgm:t>
    </dgm:pt>
    <dgm:pt modelId="{76CE3A3C-A6BA-4086-A8BD-5FEAF4A732F2}" type="parTrans" cxnId="{941CC65F-C3DB-450C-B062-74A01E60B5DA}">
      <dgm:prSet/>
      <dgm:spPr/>
      <dgm:t>
        <a:bodyPr/>
        <a:lstStyle/>
        <a:p>
          <a:endParaRPr lang="ru-RU"/>
        </a:p>
      </dgm:t>
    </dgm:pt>
    <dgm:pt modelId="{01051EFC-09BF-4336-9603-76C7890E7236}" type="sibTrans" cxnId="{941CC65F-C3DB-450C-B062-74A01E60B5DA}">
      <dgm:prSet/>
      <dgm:spPr/>
      <dgm:t>
        <a:bodyPr/>
        <a:lstStyle/>
        <a:p>
          <a:endParaRPr lang="ru-RU"/>
        </a:p>
      </dgm:t>
    </dgm:pt>
    <dgm:pt modelId="{C2FA6112-0097-45B4-B8DF-D8B538467942}">
      <dgm:prSet/>
      <dgm:spPr/>
      <dgm:t>
        <a:bodyPr/>
        <a:lstStyle/>
        <a:p>
          <a:pPr rtl="0"/>
          <a:r>
            <a:rPr lang="ru-RU" dirty="0" smtClean="0"/>
            <a:t>уменьшению затрат на производство продуктов и услуг;</a:t>
          </a:r>
          <a:endParaRPr lang="ru-RU" dirty="0"/>
        </a:p>
      </dgm:t>
    </dgm:pt>
    <dgm:pt modelId="{1854B4F2-0175-4DF3-B9A4-3CD211280F56}" type="parTrans" cxnId="{690AE5A1-3B2C-4A3A-8599-96503F44A72A}">
      <dgm:prSet/>
      <dgm:spPr/>
      <dgm:t>
        <a:bodyPr/>
        <a:lstStyle/>
        <a:p>
          <a:endParaRPr lang="ru-RU"/>
        </a:p>
      </dgm:t>
    </dgm:pt>
    <dgm:pt modelId="{7A673045-A284-4794-94FF-072FB1642F22}" type="sibTrans" cxnId="{690AE5A1-3B2C-4A3A-8599-96503F44A72A}">
      <dgm:prSet/>
      <dgm:spPr/>
      <dgm:t>
        <a:bodyPr/>
        <a:lstStyle/>
        <a:p>
          <a:endParaRPr lang="ru-RU"/>
        </a:p>
      </dgm:t>
    </dgm:pt>
    <dgm:pt modelId="{233DA3F4-103C-4E0B-A985-EE7BA5DC09D6}">
      <dgm:prSet/>
      <dgm:spPr/>
      <dgm:t>
        <a:bodyPr/>
        <a:lstStyle/>
        <a:p>
          <a:pPr rtl="0"/>
          <a:r>
            <a:rPr lang="ru-RU" dirty="0" smtClean="0"/>
            <a:t>предоставлению потребителям уникальных услуг;</a:t>
          </a:r>
          <a:endParaRPr lang="ru-RU" dirty="0"/>
        </a:p>
      </dgm:t>
    </dgm:pt>
    <dgm:pt modelId="{7C508258-3DD1-4536-8083-20BF08112FDB}" type="parTrans" cxnId="{FF792275-34FF-4DD6-A8CB-06A4DB4AF351}">
      <dgm:prSet/>
      <dgm:spPr/>
      <dgm:t>
        <a:bodyPr/>
        <a:lstStyle/>
        <a:p>
          <a:endParaRPr lang="ru-RU"/>
        </a:p>
      </dgm:t>
    </dgm:pt>
    <dgm:pt modelId="{58505DC0-F38B-4019-85D6-2303BC0DE639}" type="sibTrans" cxnId="{FF792275-34FF-4DD6-A8CB-06A4DB4AF351}">
      <dgm:prSet/>
      <dgm:spPr/>
      <dgm:t>
        <a:bodyPr/>
        <a:lstStyle/>
        <a:p>
          <a:endParaRPr lang="ru-RU"/>
        </a:p>
      </dgm:t>
    </dgm:pt>
    <dgm:pt modelId="{E8780FCA-BD7A-4101-B4FF-2CA879623536}" type="pres">
      <dgm:prSet presAssocID="{32D9068F-2430-4BEB-B996-A0B5CD8243BD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52C1373-EDBF-4E66-A360-6A8C86870677}" type="pres">
      <dgm:prSet presAssocID="{E90CC2F7-F51F-47CB-B640-565841C48485}" presName="composite" presStyleCnt="0"/>
      <dgm:spPr/>
    </dgm:pt>
    <dgm:pt modelId="{3CEFA222-D243-4880-9140-96F793E8C8E3}" type="pres">
      <dgm:prSet presAssocID="{E90CC2F7-F51F-47CB-B640-565841C48485}" presName="imgShp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9F6F9420-9450-44F3-A42B-B9E1C92A3472}" type="pres">
      <dgm:prSet presAssocID="{E90CC2F7-F51F-47CB-B640-565841C48485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5D8152F-E12A-419B-B911-37A06668984F}" type="pres">
      <dgm:prSet presAssocID="{01051EFC-09BF-4336-9603-76C7890E7236}" presName="spacing" presStyleCnt="0"/>
      <dgm:spPr/>
    </dgm:pt>
    <dgm:pt modelId="{86AC77FB-014C-4FE9-9A7E-B161A97F44C6}" type="pres">
      <dgm:prSet presAssocID="{C2FA6112-0097-45B4-B8DF-D8B538467942}" presName="composite" presStyleCnt="0"/>
      <dgm:spPr/>
    </dgm:pt>
    <dgm:pt modelId="{F19ECE8B-B2B9-4BA6-9097-4CE276658C97}" type="pres">
      <dgm:prSet presAssocID="{C2FA6112-0097-45B4-B8DF-D8B538467942}" presName="imgShp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A442A3D-E5D6-4A36-B648-1E14B616DFBD}" type="pres">
      <dgm:prSet presAssocID="{C2FA6112-0097-45B4-B8DF-D8B538467942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453A58-D6B4-4699-BF8F-FA9948E702B8}" type="pres">
      <dgm:prSet presAssocID="{7A673045-A284-4794-94FF-072FB1642F22}" presName="spacing" presStyleCnt="0"/>
      <dgm:spPr/>
    </dgm:pt>
    <dgm:pt modelId="{5F0F7D0D-43C7-4811-A019-CC771D035844}" type="pres">
      <dgm:prSet presAssocID="{233DA3F4-103C-4E0B-A985-EE7BA5DC09D6}" presName="composite" presStyleCnt="0"/>
      <dgm:spPr/>
    </dgm:pt>
    <dgm:pt modelId="{6FBBE17D-D7D3-4534-A273-846E7BD88EFB}" type="pres">
      <dgm:prSet presAssocID="{233DA3F4-103C-4E0B-A985-EE7BA5DC09D6}" presName="imgShp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96040E2-BE7D-4324-887D-A4199C5D55A6}" type="pres">
      <dgm:prSet presAssocID="{233DA3F4-103C-4E0B-A985-EE7BA5DC09D6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90AE5A1-3B2C-4A3A-8599-96503F44A72A}" srcId="{32D9068F-2430-4BEB-B996-A0B5CD8243BD}" destId="{C2FA6112-0097-45B4-B8DF-D8B538467942}" srcOrd="1" destOrd="0" parTransId="{1854B4F2-0175-4DF3-B9A4-3CD211280F56}" sibTransId="{7A673045-A284-4794-94FF-072FB1642F22}"/>
    <dgm:cxn modelId="{B6960598-7C48-4A17-BA50-B2DD4DDA6E92}" type="presOf" srcId="{E90CC2F7-F51F-47CB-B640-565841C48485}" destId="{9F6F9420-9450-44F3-A42B-B9E1C92A3472}" srcOrd="0" destOrd="0" presId="urn:microsoft.com/office/officeart/2005/8/layout/vList3#3"/>
    <dgm:cxn modelId="{73C3E494-3CBB-4924-8AF6-32CE05F45572}" type="presOf" srcId="{233DA3F4-103C-4E0B-A985-EE7BA5DC09D6}" destId="{696040E2-BE7D-4324-887D-A4199C5D55A6}" srcOrd="0" destOrd="0" presId="urn:microsoft.com/office/officeart/2005/8/layout/vList3#3"/>
    <dgm:cxn modelId="{FF792275-34FF-4DD6-A8CB-06A4DB4AF351}" srcId="{32D9068F-2430-4BEB-B996-A0B5CD8243BD}" destId="{233DA3F4-103C-4E0B-A985-EE7BA5DC09D6}" srcOrd="2" destOrd="0" parTransId="{7C508258-3DD1-4536-8083-20BF08112FDB}" sibTransId="{58505DC0-F38B-4019-85D6-2303BC0DE639}"/>
    <dgm:cxn modelId="{941CC65F-C3DB-450C-B062-74A01E60B5DA}" srcId="{32D9068F-2430-4BEB-B996-A0B5CD8243BD}" destId="{E90CC2F7-F51F-47CB-B640-565841C48485}" srcOrd="0" destOrd="0" parTransId="{76CE3A3C-A6BA-4086-A8BD-5FEAF4A732F2}" sibTransId="{01051EFC-09BF-4336-9603-76C7890E7236}"/>
    <dgm:cxn modelId="{8C9E404D-4884-44DA-84A1-5B00249FD26A}" type="presOf" srcId="{C2FA6112-0097-45B4-B8DF-D8B538467942}" destId="{3A442A3D-E5D6-4A36-B648-1E14B616DFBD}" srcOrd="0" destOrd="0" presId="urn:microsoft.com/office/officeart/2005/8/layout/vList3#3"/>
    <dgm:cxn modelId="{D64E34C7-EA33-4836-B8F8-FA962E2F26E1}" type="presOf" srcId="{32D9068F-2430-4BEB-B996-A0B5CD8243BD}" destId="{E8780FCA-BD7A-4101-B4FF-2CA879623536}" srcOrd="0" destOrd="0" presId="urn:microsoft.com/office/officeart/2005/8/layout/vList3#3"/>
    <dgm:cxn modelId="{D16CA859-2812-49C4-971E-7258C184B787}" type="presParOf" srcId="{E8780FCA-BD7A-4101-B4FF-2CA879623536}" destId="{E52C1373-EDBF-4E66-A360-6A8C86870677}" srcOrd="0" destOrd="0" presId="urn:microsoft.com/office/officeart/2005/8/layout/vList3#3"/>
    <dgm:cxn modelId="{22928A65-7DDC-4ECB-87E1-4AE9CB89BE33}" type="presParOf" srcId="{E52C1373-EDBF-4E66-A360-6A8C86870677}" destId="{3CEFA222-D243-4880-9140-96F793E8C8E3}" srcOrd="0" destOrd="0" presId="urn:microsoft.com/office/officeart/2005/8/layout/vList3#3"/>
    <dgm:cxn modelId="{867EB4F3-BA34-4372-886F-BB0EB3E38C5F}" type="presParOf" srcId="{E52C1373-EDBF-4E66-A360-6A8C86870677}" destId="{9F6F9420-9450-44F3-A42B-B9E1C92A3472}" srcOrd="1" destOrd="0" presId="urn:microsoft.com/office/officeart/2005/8/layout/vList3#3"/>
    <dgm:cxn modelId="{8D97FDAD-A5B6-4145-90D2-F7537C52D842}" type="presParOf" srcId="{E8780FCA-BD7A-4101-B4FF-2CA879623536}" destId="{F5D8152F-E12A-419B-B911-37A06668984F}" srcOrd="1" destOrd="0" presId="urn:microsoft.com/office/officeart/2005/8/layout/vList3#3"/>
    <dgm:cxn modelId="{36902386-A386-4239-A3BF-E1621A247B79}" type="presParOf" srcId="{E8780FCA-BD7A-4101-B4FF-2CA879623536}" destId="{86AC77FB-014C-4FE9-9A7E-B161A97F44C6}" srcOrd="2" destOrd="0" presId="urn:microsoft.com/office/officeart/2005/8/layout/vList3#3"/>
    <dgm:cxn modelId="{58D70320-0C68-4AAF-AB4E-CCDD012E7A71}" type="presParOf" srcId="{86AC77FB-014C-4FE9-9A7E-B161A97F44C6}" destId="{F19ECE8B-B2B9-4BA6-9097-4CE276658C97}" srcOrd="0" destOrd="0" presId="urn:microsoft.com/office/officeart/2005/8/layout/vList3#3"/>
    <dgm:cxn modelId="{7FC4CE75-DDA8-4D4F-BFD0-6F1E9F98BA2E}" type="presParOf" srcId="{86AC77FB-014C-4FE9-9A7E-B161A97F44C6}" destId="{3A442A3D-E5D6-4A36-B648-1E14B616DFBD}" srcOrd="1" destOrd="0" presId="urn:microsoft.com/office/officeart/2005/8/layout/vList3#3"/>
    <dgm:cxn modelId="{63EE8C22-3406-4497-821E-30441DD280B2}" type="presParOf" srcId="{E8780FCA-BD7A-4101-B4FF-2CA879623536}" destId="{D9453A58-D6B4-4699-BF8F-FA9948E702B8}" srcOrd="3" destOrd="0" presId="urn:microsoft.com/office/officeart/2005/8/layout/vList3#3"/>
    <dgm:cxn modelId="{0ABE0592-DE31-4EAF-B252-ADA9C7ABE4E9}" type="presParOf" srcId="{E8780FCA-BD7A-4101-B4FF-2CA879623536}" destId="{5F0F7D0D-43C7-4811-A019-CC771D035844}" srcOrd="4" destOrd="0" presId="urn:microsoft.com/office/officeart/2005/8/layout/vList3#3"/>
    <dgm:cxn modelId="{859CEBB0-32CB-4584-A8A2-DC5680DB37D8}" type="presParOf" srcId="{5F0F7D0D-43C7-4811-A019-CC771D035844}" destId="{6FBBE17D-D7D3-4534-A273-846E7BD88EFB}" srcOrd="0" destOrd="0" presId="urn:microsoft.com/office/officeart/2005/8/layout/vList3#3"/>
    <dgm:cxn modelId="{29BA7598-AA65-4026-AB62-599A3D1E8240}" type="presParOf" srcId="{5F0F7D0D-43C7-4811-A019-CC771D035844}" destId="{696040E2-BE7D-4324-887D-A4199C5D55A6}" srcOrd="1" destOrd="0" presId="urn:microsoft.com/office/officeart/2005/8/layout/vList3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532EC5B-3BA5-49C7-A137-62EBD25B322C}" type="doc">
      <dgm:prSet loTypeId="urn:microsoft.com/office/officeart/2005/8/layout/vList3#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E85C65D0-FDE6-497C-B175-73E957215CAC}">
      <dgm:prSet/>
      <dgm:spPr/>
      <dgm:t>
        <a:bodyPr/>
        <a:lstStyle/>
        <a:p>
          <a:pPr rtl="0"/>
          <a:r>
            <a:rPr lang="ru-RU" dirty="0" smtClean="0"/>
            <a:t>отысканию новых рыночных ниш;</a:t>
          </a:r>
          <a:endParaRPr lang="ru-RU" dirty="0"/>
        </a:p>
      </dgm:t>
    </dgm:pt>
    <dgm:pt modelId="{17F94619-FEA2-4B2D-A832-5DF5CC5B1341}" type="parTrans" cxnId="{741A679D-C6D2-4432-8214-9F785FB67BA6}">
      <dgm:prSet/>
      <dgm:spPr/>
      <dgm:t>
        <a:bodyPr/>
        <a:lstStyle/>
        <a:p>
          <a:endParaRPr lang="ru-RU"/>
        </a:p>
      </dgm:t>
    </dgm:pt>
    <dgm:pt modelId="{56C9E342-9FC3-4BF8-ADB8-EDF8ED9B7A40}" type="sibTrans" cxnId="{741A679D-C6D2-4432-8214-9F785FB67BA6}">
      <dgm:prSet/>
      <dgm:spPr/>
      <dgm:t>
        <a:bodyPr/>
        <a:lstStyle/>
        <a:p>
          <a:endParaRPr lang="ru-RU"/>
        </a:p>
      </dgm:t>
    </dgm:pt>
    <dgm:pt modelId="{B41DA6A1-084B-4E83-9E70-D02644B1E0A5}">
      <dgm:prSet/>
      <dgm:spPr/>
      <dgm:t>
        <a:bodyPr/>
        <a:lstStyle/>
        <a:p>
          <a:pPr rtl="0"/>
          <a:r>
            <a:rPr lang="ru-RU" dirty="0" smtClean="0"/>
            <a:t>привязке к фирме покупателей и поставщиков за счет предоставления им разных скидок и услуг.</a:t>
          </a:r>
          <a:endParaRPr lang="ru-RU" dirty="0"/>
        </a:p>
      </dgm:t>
    </dgm:pt>
    <dgm:pt modelId="{95056446-AE79-4E28-BFAD-52AB34DC5092}" type="parTrans" cxnId="{B726848B-42C8-4BD2-8071-483BF5DFDF77}">
      <dgm:prSet/>
      <dgm:spPr/>
      <dgm:t>
        <a:bodyPr/>
        <a:lstStyle/>
        <a:p>
          <a:endParaRPr lang="ru-RU"/>
        </a:p>
      </dgm:t>
    </dgm:pt>
    <dgm:pt modelId="{85F8B379-AF1B-4C25-9075-2B0651F1FB22}" type="sibTrans" cxnId="{B726848B-42C8-4BD2-8071-483BF5DFDF77}">
      <dgm:prSet/>
      <dgm:spPr/>
      <dgm:t>
        <a:bodyPr/>
        <a:lstStyle/>
        <a:p>
          <a:endParaRPr lang="ru-RU"/>
        </a:p>
      </dgm:t>
    </dgm:pt>
    <dgm:pt modelId="{459956E9-65A9-4A86-A2DC-B667FAA604C7}" type="pres">
      <dgm:prSet presAssocID="{3532EC5B-3BA5-49C7-A137-62EBD25B322C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8658541-E791-4B6F-BCA9-480A01307DD6}" type="pres">
      <dgm:prSet presAssocID="{E85C65D0-FDE6-497C-B175-73E957215CAC}" presName="composite" presStyleCnt="0"/>
      <dgm:spPr/>
    </dgm:pt>
    <dgm:pt modelId="{7BEC0914-1598-4AF3-8833-1754418595E5}" type="pres">
      <dgm:prSet presAssocID="{E85C65D0-FDE6-497C-B175-73E957215CAC}" presName="imgShp" presStyleLbl="fgImgPlace1" presStyleIdx="0" presStyleCnt="2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08691EA1-1DFC-4C00-A14B-2DDA37BECD30}" type="pres">
      <dgm:prSet presAssocID="{E85C65D0-FDE6-497C-B175-73E957215CAC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BFCC1F-67CA-48F4-875C-5FF4D9E501B4}" type="pres">
      <dgm:prSet presAssocID="{56C9E342-9FC3-4BF8-ADB8-EDF8ED9B7A40}" presName="spacing" presStyleCnt="0"/>
      <dgm:spPr/>
    </dgm:pt>
    <dgm:pt modelId="{B61C6777-2ECE-40D1-9932-D1196927F19F}" type="pres">
      <dgm:prSet presAssocID="{B41DA6A1-084B-4E83-9E70-D02644B1E0A5}" presName="composite" presStyleCnt="0"/>
      <dgm:spPr/>
    </dgm:pt>
    <dgm:pt modelId="{0BE18CD3-523D-4634-BB6C-17B848F438CF}" type="pres">
      <dgm:prSet presAssocID="{B41DA6A1-084B-4E83-9E70-D02644B1E0A5}" presName="imgShp" presStyleLbl="fgImgPlace1" presStyleIdx="1" presStyleCnt="2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BAB53F82-AC33-498E-B035-7B179832F910}" type="pres">
      <dgm:prSet presAssocID="{B41DA6A1-084B-4E83-9E70-D02644B1E0A5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726848B-42C8-4BD2-8071-483BF5DFDF77}" srcId="{3532EC5B-3BA5-49C7-A137-62EBD25B322C}" destId="{B41DA6A1-084B-4E83-9E70-D02644B1E0A5}" srcOrd="1" destOrd="0" parTransId="{95056446-AE79-4E28-BFAD-52AB34DC5092}" sibTransId="{85F8B379-AF1B-4C25-9075-2B0651F1FB22}"/>
    <dgm:cxn modelId="{741A679D-C6D2-4432-8214-9F785FB67BA6}" srcId="{3532EC5B-3BA5-49C7-A137-62EBD25B322C}" destId="{E85C65D0-FDE6-497C-B175-73E957215CAC}" srcOrd="0" destOrd="0" parTransId="{17F94619-FEA2-4B2D-A832-5DF5CC5B1341}" sibTransId="{56C9E342-9FC3-4BF8-ADB8-EDF8ED9B7A40}"/>
    <dgm:cxn modelId="{E8327FC7-7193-4711-B392-BF25CEA2B491}" type="presOf" srcId="{E85C65D0-FDE6-497C-B175-73E957215CAC}" destId="{08691EA1-1DFC-4C00-A14B-2DDA37BECD30}" srcOrd="0" destOrd="0" presId="urn:microsoft.com/office/officeart/2005/8/layout/vList3#4"/>
    <dgm:cxn modelId="{BFBBC9EF-AB6B-4C23-9F7D-B54E441C3568}" type="presOf" srcId="{B41DA6A1-084B-4E83-9E70-D02644B1E0A5}" destId="{BAB53F82-AC33-498E-B035-7B179832F910}" srcOrd="0" destOrd="0" presId="urn:microsoft.com/office/officeart/2005/8/layout/vList3#4"/>
    <dgm:cxn modelId="{253545A4-98D0-4418-8481-9C6821AA7A83}" type="presOf" srcId="{3532EC5B-3BA5-49C7-A137-62EBD25B322C}" destId="{459956E9-65A9-4A86-A2DC-B667FAA604C7}" srcOrd="0" destOrd="0" presId="urn:microsoft.com/office/officeart/2005/8/layout/vList3#4"/>
    <dgm:cxn modelId="{DC0864B4-F6F1-44D8-9CF4-2D9811046E43}" type="presParOf" srcId="{459956E9-65A9-4A86-A2DC-B667FAA604C7}" destId="{68658541-E791-4B6F-BCA9-480A01307DD6}" srcOrd="0" destOrd="0" presId="urn:microsoft.com/office/officeart/2005/8/layout/vList3#4"/>
    <dgm:cxn modelId="{B7D7B25F-666E-4F3B-9B3A-870CE8F8F8AF}" type="presParOf" srcId="{68658541-E791-4B6F-BCA9-480A01307DD6}" destId="{7BEC0914-1598-4AF3-8833-1754418595E5}" srcOrd="0" destOrd="0" presId="urn:microsoft.com/office/officeart/2005/8/layout/vList3#4"/>
    <dgm:cxn modelId="{569875A4-BD02-4975-A4BD-21C476986ED6}" type="presParOf" srcId="{68658541-E791-4B6F-BCA9-480A01307DD6}" destId="{08691EA1-1DFC-4C00-A14B-2DDA37BECD30}" srcOrd="1" destOrd="0" presId="urn:microsoft.com/office/officeart/2005/8/layout/vList3#4"/>
    <dgm:cxn modelId="{DF1E0C8A-61ED-41D4-A6B2-130F78B8FF0E}" type="presParOf" srcId="{459956E9-65A9-4A86-A2DC-B667FAA604C7}" destId="{59BFCC1F-67CA-48F4-875C-5FF4D9E501B4}" srcOrd="1" destOrd="0" presId="urn:microsoft.com/office/officeart/2005/8/layout/vList3#4"/>
    <dgm:cxn modelId="{C6DD5536-C55E-404F-9C7A-364A89040FFE}" type="presParOf" srcId="{459956E9-65A9-4A86-A2DC-B667FAA604C7}" destId="{B61C6777-2ECE-40D1-9932-D1196927F19F}" srcOrd="2" destOrd="0" presId="urn:microsoft.com/office/officeart/2005/8/layout/vList3#4"/>
    <dgm:cxn modelId="{C58642BC-CD76-4FE9-BA77-B1FC3983448D}" type="presParOf" srcId="{B61C6777-2ECE-40D1-9932-D1196927F19F}" destId="{0BE18CD3-523D-4634-BB6C-17B848F438CF}" srcOrd="0" destOrd="0" presId="urn:microsoft.com/office/officeart/2005/8/layout/vList3#4"/>
    <dgm:cxn modelId="{8EF55ACA-CFDF-4A62-A5C9-929936BF317C}" type="presParOf" srcId="{B61C6777-2ECE-40D1-9932-D1196927F19F}" destId="{BAB53F82-AC33-498E-B035-7B179832F910}" srcOrd="1" destOrd="0" presId="urn:microsoft.com/office/officeart/2005/8/layout/vList3#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13D6F8D-8094-4A3F-9019-6D0E7F801405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BB9B16E-1B87-4DDD-AEB1-7CF2BBEE68BE}">
      <dgm:prSet custT="1"/>
      <dgm:spPr/>
      <dgm:t>
        <a:bodyPr/>
        <a:lstStyle/>
        <a:p>
          <a:pPr rtl="0"/>
          <a:r>
            <a:rPr lang="ru-RU" sz="1200" b="1" dirty="0" smtClean="0"/>
            <a:t>Информационная система по отысканию рыночных ниш</a:t>
          </a:r>
          <a:endParaRPr lang="ru-RU" sz="1200" b="1" dirty="0"/>
        </a:p>
      </dgm:t>
    </dgm:pt>
    <dgm:pt modelId="{728505FA-C4DC-419D-B13B-08715EB376DF}" type="parTrans" cxnId="{78F6667D-8F7A-419B-8CE1-DDDE4C3A96A2}">
      <dgm:prSet/>
      <dgm:spPr/>
      <dgm:t>
        <a:bodyPr/>
        <a:lstStyle/>
        <a:p>
          <a:endParaRPr lang="ru-RU"/>
        </a:p>
      </dgm:t>
    </dgm:pt>
    <dgm:pt modelId="{4D84F36B-161D-416A-AC49-1A0ECE4469C1}" type="sibTrans" cxnId="{78F6667D-8F7A-419B-8CE1-DDDE4C3A96A2}">
      <dgm:prSet/>
      <dgm:spPr/>
      <dgm:t>
        <a:bodyPr/>
        <a:lstStyle/>
        <a:p>
          <a:endParaRPr lang="ru-RU"/>
        </a:p>
      </dgm:t>
    </dgm:pt>
    <dgm:pt modelId="{118D26F6-F322-4805-88F8-038E13659D50}">
      <dgm:prSet custT="1"/>
      <dgm:spPr/>
      <dgm:t>
        <a:bodyPr/>
        <a:lstStyle/>
        <a:p>
          <a:pPr rtl="0"/>
          <a:r>
            <a:rPr lang="ru-RU" sz="1200" b="1" dirty="0" smtClean="0"/>
            <a:t>Информационные системы, ускоряющие потоки товаров</a:t>
          </a:r>
          <a:endParaRPr lang="ru-RU" sz="1200" b="1" dirty="0"/>
        </a:p>
      </dgm:t>
    </dgm:pt>
    <dgm:pt modelId="{ECC07DCD-F08D-45B5-B54C-7CD3ED304F73}" type="parTrans" cxnId="{21662E7F-1B6A-47A8-BDE7-8E7A60B7C37E}">
      <dgm:prSet/>
      <dgm:spPr/>
      <dgm:t>
        <a:bodyPr/>
        <a:lstStyle/>
        <a:p>
          <a:endParaRPr lang="ru-RU"/>
        </a:p>
      </dgm:t>
    </dgm:pt>
    <dgm:pt modelId="{237ACCCE-F3F4-467F-B431-427266E88B62}" type="sibTrans" cxnId="{21662E7F-1B6A-47A8-BDE7-8E7A60B7C37E}">
      <dgm:prSet/>
      <dgm:spPr/>
      <dgm:t>
        <a:bodyPr/>
        <a:lstStyle/>
        <a:p>
          <a:endParaRPr lang="ru-RU"/>
        </a:p>
      </dgm:t>
    </dgm:pt>
    <dgm:pt modelId="{0B04199D-744F-42E5-BE4B-36C98D243B68}">
      <dgm:prSet custT="1"/>
      <dgm:spPr/>
      <dgm:t>
        <a:bodyPr/>
        <a:lstStyle/>
        <a:p>
          <a:pPr rtl="0"/>
          <a:r>
            <a:rPr lang="ru-RU" sz="1200" b="1" dirty="0" smtClean="0"/>
            <a:t>Информационные системы по снижению издержек производства</a:t>
          </a:r>
          <a:endParaRPr lang="ru-RU" sz="1200" b="1" dirty="0"/>
        </a:p>
      </dgm:t>
    </dgm:pt>
    <dgm:pt modelId="{AE29BE27-2DEE-4489-B245-D273FC4D33E5}" type="parTrans" cxnId="{24072210-27F4-4B48-A6C9-3C60F5B9A4CA}">
      <dgm:prSet/>
      <dgm:spPr/>
      <dgm:t>
        <a:bodyPr/>
        <a:lstStyle/>
        <a:p>
          <a:endParaRPr lang="ru-RU"/>
        </a:p>
      </dgm:t>
    </dgm:pt>
    <dgm:pt modelId="{7C33674C-098C-4E2E-AC97-468ACCC60CDE}" type="sibTrans" cxnId="{24072210-27F4-4B48-A6C9-3C60F5B9A4CA}">
      <dgm:prSet/>
      <dgm:spPr/>
      <dgm:t>
        <a:bodyPr/>
        <a:lstStyle/>
        <a:p>
          <a:endParaRPr lang="ru-RU"/>
        </a:p>
      </dgm:t>
    </dgm:pt>
    <dgm:pt modelId="{0A73CE57-4B1D-47B6-87AD-A212FDCAFFFC}">
      <dgm:prSet custT="1"/>
      <dgm:spPr/>
      <dgm:t>
        <a:bodyPr/>
        <a:lstStyle/>
        <a:p>
          <a:pPr rtl="0"/>
          <a:r>
            <a:rPr lang="ru-RU" sz="1200" b="1" dirty="0" smtClean="0"/>
            <a:t>Информационные системы автоматизации технологии ("менеджмент уступок").</a:t>
          </a:r>
          <a:endParaRPr lang="ru-RU" sz="1200" b="1" dirty="0"/>
        </a:p>
      </dgm:t>
    </dgm:pt>
    <dgm:pt modelId="{231C4FBA-A4E4-4A83-9400-8F7E66A5486F}" type="parTrans" cxnId="{1A8A04A9-DCAF-49E2-AA89-9443AE29F15E}">
      <dgm:prSet/>
      <dgm:spPr/>
      <dgm:t>
        <a:bodyPr/>
        <a:lstStyle/>
        <a:p>
          <a:endParaRPr lang="ru-RU"/>
        </a:p>
      </dgm:t>
    </dgm:pt>
    <dgm:pt modelId="{8C0730EB-CCFA-467C-A701-AF45A0BA62D6}" type="sibTrans" cxnId="{1A8A04A9-DCAF-49E2-AA89-9443AE29F15E}">
      <dgm:prSet/>
      <dgm:spPr/>
      <dgm:t>
        <a:bodyPr/>
        <a:lstStyle/>
        <a:p>
          <a:endParaRPr lang="ru-RU"/>
        </a:p>
      </dgm:t>
    </dgm:pt>
    <dgm:pt modelId="{CCBD4769-8EA8-4FB0-9C03-233044784A7F}">
      <dgm:prSet custT="1"/>
      <dgm:spPr/>
      <dgm:t>
        <a:bodyPr/>
        <a:lstStyle/>
        <a:p>
          <a:pPr rtl="0"/>
          <a:r>
            <a:rPr lang="ru-RU" sz="1200" b="1" dirty="0" smtClean="0"/>
            <a:t>Управление производственным процессом</a:t>
          </a:r>
          <a:endParaRPr lang="ru-RU" sz="1200" b="1" dirty="0"/>
        </a:p>
      </dgm:t>
    </dgm:pt>
    <dgm:pt modelId="{984AE174-F87F-4D37-98E7-110A5B3CF700}" type="parTrans" cxnId="{65103B0B-0313-48EF-979A-FB01FC8EDE26}">
      <dgm:prSet/>
      <dgm:spPr/>
      <dgm:t>
        <a:bodyPr/>
        <a:lstStyle/>
        <a:p>
          <a:endParaRPr lang="ru-RU"/>
        </a:p>
      </dgm:t>
    </dgm:pt>
    <dgm:pt modelId="{76ACE1B7-08CD-451F-98E5-157061F2EBE2}" type="sibTrans" cxnId="{65103B0B-0313-48EF-979A-FB01FC8EDE26}">
      <dgm:prSet/>
      <dgm:spPr/>
      <dgm:t>
        <a:bodyPr/>
        <a:lstStyle/>
        <a:p>
          <a:endParaRPr lang="ru-RU"/>
        </a:p>
      </dgm:t>
    </dgm:pt>
    <dgm:pt modelId="{9791DAB4-2FD7-42C2-89AD-E75BA7957A3D}">
      <dgm:prSet custT="1"/>
      <dgm:spPr/>
      <dgm:t>
        <a:bodyPr/>
        <a:lstStyle/>
        <a:p>
          <a:pPr rtl="0"/>
          <a:r>
            <a:rPr lang="ru-RU" sz="1200" b="1" dirty="0" smtClean="0"/>
            <a:t>Документооборот</a:t>
          </a:r>
          <a:endParaRPr lang="ru-RU" sz="1200" b="1" dirty="0"/>
        </a:p>
      </dgm:t>
    </dgm:pt>
    <dgm:pt modelId="{E86FF1B0-41F9-424A-A31F-FCF02C3565C1}" type="parTrans" cxnId="{D9FE5013-9FAC-4C78-9F78-43C4F65071EA}">
      <dgm:prSet/>
      <dgm:spPr/>
      <dgm:t>
        <a:bodyPr/>
        <a:lstStyle/>
        <a:p>
          <a:endParaRPr lang="ru-RU"/>
        </a:p>
      </dgm:t>
    </dgm:pt>
    <dgm:pt modelId="{DB240E34-D923-4202-BD07-D69F58BCB1B8}" type="sibTrans" cxnId="{D9FE5013-9FAC-4C78-9F78-43C4F65071EA}">
      <dgm:prSet/>
      <dgm:spPr/>
      <dgm:t>
        <a:bodyPr/>
        <a:lstStyle/>
        <a:p>
          <a:endParaRPr lang="ru-RU"/>
        </a:p>
      </dgm:t>
    </dgm:pt>
    <dgm:pt modelId="{8B19851F-7FB0-425E-B453-9A7F7EA92A14}">
      <dgm:prSet custT="1"/>
      <dgm:spPr/>
      <dgm:t>
        <a:bodyPr/>
        <a:lstStyle/>
        <a:p>
          <a:pPr rtl="0"/>
          <a:r>
            <a:rPr lang="ru-RU" sz="1200" b="1" dirty="0" smtClean="0"/>
            <a:t>Оперативное управление предприятием</a:t>
          </a:r>
          <a:endParaRPr lang="ru-RU" sz="1200" b="1" dirty="0"/>
        </a:p>
      </dgm:t>
    </dgm:pt>
    <dgm:pt modelId="{9979E81A-DF05-4D65-9683-9B548F0B8704}" type="parTrans" cxnId="{96F241A8-D05B-4554-B10F-87EC3A4E4803}">
      <dgm:prSet/>
      <dgm:spPr/>
      <dgm:t>
        <a:bodyPr/>
        <a:lstStyle/>
        <a:p>
          <a:endParaRPr lang="ru-RU"/>
        </a:p>
      </dgm:t>
    </dgm:pt>
    <dgm:pt modelId="{DD0C8683-2C7C-491D-BCE1-AC68C6CEE5DC}" type="sibTrans" cxnId="{96F241A8-D05B-4554-B10F-87EC3A4E4803}">
      <dgm:prSet/>
      <dgm:spPr/>
      <dgm:t>
        <a:bodyPr/>
        <a:lstStyle/>
        <a:p>
          <a:endParaRPr lang="ru-RU"/>
        </a:p>
      </dgm:t>
    </dgm:pt>
    <dgm:pt modelId="{8AC3FF2F-6EBD-4A2A-8C5F-431F26EEE280}" type="pres">
      <dgm:prSet presAssocID="{113D6F8D-8094-4A3F-9019-6D0E7F801405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ru-RU"/>
        </a:p>
      </dgm:t>
    </dgm:pt>
    <dgm:pt modelId="{828612AF-BF27-4421-A93D-AD15F0FB7D69}" type="pres">
      <dgm:prSet presAssocID="{113D6F8D-8094-4A3F-9019-6D0E7F801405}" presName="pyramid" presStyleLbl="node1" presStyleIdx="0" presStyleCnt="1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4">
              <a:lumMod val="50000"/>
            </a:schemeClr>
          </a:solidFill>
        </a:ln>
      </dgm:spPr>
    </dgm:pt>
    <dgm:pt modelId="{8B2A39EB-3D7D-4FA4-9690-AFFF7D383FB2}" type="pres">
      <dgm:prSet presAssocID="{113D6F8D-8094-4A3F-9019-6D0E7F801405}" presName="theList" presStyleCnt="0"/>
      <dgm:spPr/>
    </dgm:pt>
    <dgm:pt modelId="{46C80CB8-1AB1-43A4-8B98-CD8CA9C14DBD}" type="pres">
      <dgm:prSet presAssocID="{3BB9B16E-1B87-4DDD-AEB1-7CF2BBEE68BE}" presName="aNode" presStyleLbl="fgAcc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BE1FB6-AABC-4E45-A950-353EAAC9440D}" type="pres">
      <dgm:prSet presAssocID="{3BB9B16E-1B87-4DDD-AEB1-7CF2BBEE68BE}" presName="aSpace" presStyleCnt="0"/>
      <dgm:spPr/>
    </dgm:pt>
    <dgm:pt modelId="{3FCEDEB9-C3A2-427E-BAEE-627076EC31F4}" type="pres">
      <dgm:prSet presAssocID="{118D26F6-F322-4805-88F8-038E13659D50}" presName="aNode" presStyleLbl="fgAcc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C083BB-045C-46A5-8F25-580E28417427}" type="pres">
      <dgm:prSet presAssocID="{118D26F6-F322-4805-88F8-038E13659D50}" presName="aSpace" presStyleCnt="0"/>
      <dgm:spPr/>
    </dgm:pt>
    <dgm:pt modelId="{800E0281-F287-4537-A10B-3D2BA3E61E56}" type="pres">
      <dgm:prSet presAssocID="{0B04199D-744F-42E5-BE4B-36C98D243B68}" presName="aNode" presStyleLbl="fgAcc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63DF0B-A3F2-498E-9924-4E89A9C21C7E}" type="pres">
      <dgm:prSet presAssocID="{0B04199D-744F-42E5-BE4B-36C98D243B68}" presName="aSpace" presStyleCnt="0"/>
      <dgm:spPr/>
    </dgm:pt>
    <dgm:pt modelId="{6116D090-2B3E-4C21-AA04-EC184F759914}" type="pres">
      <dgm:prSet presAssocID="{0A73CE57-4B1D-47B6-87AD-A212FDCAFFFC}" presName="aNode" presStyleLbl="fgAcc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28E5933-B90D-4BF8-A50E-F5B6FA4EE3AA}" type="pres">
      <dgm:prSet presAssocID="{0A73CE57-4B1D-47B6-87AD-A212FDCAFFFC}" presName="aSpace" presStyleCnt="0"/>
      <dgm:spPr/>
    </dgm:pt>
    <dgm:pt modelId="{1ADB80EC-BBC2-452E-98B6-725A6DF1D381}" type="pres">
      <dgm:prSet presAssocID="{CCBD4769-8EA8-4FB0-9C03-233044784A7F}" presName="aNode" presStyleLbl="fgAcc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B17120-83C2-40CB-A23D-64EB56B84A1E}" type="pres">
      <dgm:prSet presAssocID="{CCBD4769-8EA8-4FB0-9C03-233044784A7F}" presName="aSpace" presStyleCnt="0"/>
      <dgm:spPr/>
    </dgm:pt>
    <dgm:pt modelId="{5F902A7F-7609-43E0-B080-49AA2650C91C}" type="pres">
      <dgm:prSet presAssocID="{9791DAB4-2FD7-42C2-89AD-E75BA7957A3D}" presName="aNode" presStyleLbl="fgAcc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4A761A-D0BC-4609-8485-70FFC0E824BF}" type="pres">
      <dgm:prSet presAssocID="{9791DAB4-2FD7-42C2-89AD-E75BA7957A3D}" presName="aSpace" presStyleCnt="0"/>
      <dgm:spPr/>
    </dgm:pt>
    <dgm:pt modelId="{93E1B82C-E3DC-4286-A16D-886364676E84}" type="pres">
      <dgm:prSet presAssocID="{8B19851F-7FB0-425E-B453-9A7F7EA92A14}" presName="aNode" presStyleLbl="fgAcc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E7769F-61AD-443B-A6E3-A079A3D820EC}" type="pres">
      <dgm:prSet presAssocID="{8B19851F-7FB0-425E-B453-9A7F7EA92A14}" presName="aSpace" presStyleCnt="0"/>
      <dgm:spPr/>
    </dgm:pt>
  </dgm:ptLst>
  <dgm:cxnLst>
    <dgm:cxn modelId="{F5955217-FDB6-4A9C-A003-E4980BD49CF9}" type="presOf" srcId="{3BB9B16E-1B87-4DDD-AEB1-7CF2BBEE68BE}" destId="{46C80CB8-1AB1-43A4-8B98-CD8CA9C14DBD}" srcOrd="0" destOrd="0" presId="urn:microsoft.com/office/officeart/2005/8/layout/pyramid2"/>
    <dgm:cxn modelId="{21662E7F-1B6A-47A8-BDE7-8E7A60B7C37E}" srcId="{113D6F8D-8094-4A3F-9019-6D0E7F801405}" destId="{118D26F6-F322-4805-88F8-038E13659D50}" srcOrd="1" destOrd="0" parTransId="{ECC07DCD-F08D-45B5-B54C-7CD3ED304F73}" sibTransId="{237ACCCE-F3F4-467F-B431-427266E88B62}"/>
    <dgm:cxn modelId="{7224753F-CC76-4940-8582-BB36CAAF6929}" type="presOf" srcId="{113D6F8D-8094-4A3F-9019-6D0E7F801405}" destId="{8AC3FF2F-6EBD-4A2A-8C5F-431F26EEE280}" srcOrd="0" destOrd="0" presId="urn:microsoft.com/office/officeart/2005/8/layout/pyramid2"/>
    <dgm:cxn modelId="{65103B0B-0313-48EF-979A-FB01FC8EDE26}" srcId="{113D6F8D-8094-4A3F-9019-6D0E7F801405}" destId="{CCBD4769-8EA8-4FB0-9C03-233044784A7F}" srcOrd="4" destOrd="0" parTransId="{984AE174-F87F-4D37-98E7-110A5B3CF700}" sibTransId="{76ACE1B7-08CD-451F-98E5-157061F2EBE2}"/>
    <dgm:cxn modelId="{5C63AC35-0A8A-49E1-94E2-0AF0DDE3A06A}" type="presOf" srcId="{0A73CE57-4B1D-47B6-87AD-A212FDCAFFFC}" destId="{6116D090-2B3E-4C21-AA04-EC184F759914}" srcOrd="0" destOrd="0" presId="urn:microsoft.com/office/officeart/2005/8/layout/pyramid2"/>
    <dgm:cxn modelId="{8090D64B-DDFF-4CCD-BF06-ECFA3B53ABC8}" type="presOf" srcId="{9791DAB4-2FD7-42C2-89AD-E75BA7957A3D}" destId="{5F902A7F-7609-43E0-B080-49AA2650C91C}" srcOrd="0" destOrd="0" presId="urn:microsoft.com/office/officeart/2005/8/layout/pyramid2"/>
    <dgm:cxn modelId="{D107A48E-9C14-4016-BE2B-17A9169A5DB1}" type="presOf" srcId="{0B04199D-744F-42E5-BE4B-36C98D243B68}" destId="{800E0281-F287-4537-A10B-3D2BA3E61E56}" srcOrd="0" destOrd="0" presId="urn:microsoft.com/office/officeart/2005/8/layout/pyramid2"/>
    <dgm:cxn modelId="{13222441-AF45-4F68-805F-85604541D027}" type="presOf" srcId="{118D26F6-F322-4805-88F8-038E13659D50}" destId="{3FCEDEB9-C3A2-427E-BAEE-627076EC31F4}" srcOrd="0" destOrd="0" presId="urn:microsoft.com/office/officeart/2005/8/layout/pyramid2"/>
    <dgm:cxn modelId="{96F241A8-D05B-4554-B10F-87EC3A4E4803}" srcId="{113D6F8D-8094-4A3F-9019-6D0E7F801405}" destId="{8B19851F-7FB0-425E-B453-9A7F7EA92A14}" srcOrd="6" destOrd="0" parTransId="{9979E81A-DF05-4D65-9683-9B548F0B8704}" sibTransId="{DD0C8683-2C7C-491D-BCE1-AC68C6CEE5DC}"/>
    <dgm:cxn modelId="{57AA7F7C-8CD9-4090-92DE-CBC52615E079}" type="presOf" srcId="{8B19851F-7FB0-425E-B453-9A7F7EA92A14}" destId="{93E1B82C-E3DC-4286-A16D-886364676E84}" srcOrd="0" destOrd="0" presId="urn:microsoft.com/office/officeart/2005/8/layout/pyramid2"/>
    <dgm:cxn modelId="{78F6667D-8F7A-419B-8CE1-DDDE4C3A96A2}" srcId="{113D6F8D-8094-4A3F-9019-6D0E7F801405}" destId="{3BB9B16E-1B87-4DDD-AEB1-7CF2BBEE68BE}" srcOrd="0" destOrd="0" parTransId="{728505FA-C4DC-419D-B13B-08715EB376DF}" sibTransId="{4D84F36B-161D-416A-AC49-1A0ECE4469C1}"/>
    <dgm:cxn modelId="{1A8A04A9-DCAF-49E2-AA89-9443AE29F15E}" srcId="{113D6F8D-8094-4A3F-9019-6D0E7F801405}" destId="{0A73CE57-4B1D-47B6-87AD-A212FDCAFFFC}" srcOrd="3" destOrd="0" parTransId="{231C4FBA-A4E4-4A83-9400-8F7E66A5486F}" sibTransId="{8C0730EB-CCFA-467C-A701-AF45A0BA62D6}"/>
    <dgm:cxn modelId="{24072210-27F4-4B48-A6C9-3C60F5B9A4CA}" srcId="{113D6F8D-8094-4A3F-9019-6D0E7F801405}" destId="{0B04199D-744F-42E5-BE4B-36C98D243B68}" srcOrd="2" destOrd="0" parTransId="{AE29BE27-2DEE-4489-B245-D273FC4D33E5}" sibTransId="{7C33674C-098C-4E2E-AC97-468ACCC60CDE}"/>
    <dgm:cxn modelId="{E35BDC7A-5AD0-435D-86E9-24F8404259A1}" type="presOf" srcId="{CCBD4769-8EA8-4FB0-9C03-233044784A7F}" destId="{1ADB80EC-BBC2-452E-98B6-725A6DF1D381}" srcOrd="0" destOrd="0" presId="urn:microsoft.com/office/officeart/2005/8/layout/pyramid2"/>
    <dgm:cxn modelId="{D9FE5013-9FAC-4C78-9F78-43C4F65071EA}" srcId="{113D6F8D-8094-4A3F-9019-6D0E7F801405}" destId="{9791DAB4-2FD7-42C2-89AD-E75BA7957A3D}" srcOrd="5" destOrd="0" parTransId="{E86FF1B0-41F9-424A-A31F-FCF02C3565C1}" sibTransId="{DB240E34-D923-4202-BD07-D69F58BCB1B8}"/>
    <dgm:cxn modelId="{0216E1CB-F333-4311-9F39-A5CFFBFA81DC}" type="presParOf" srcId="{8AC3FF2F-6EBD-4A2A-8C5F-431F26EEE280}" destId="{828612AF-BF27-4421-A93D-AD15F0FB7D69}" srcOrd="0" destOrd="0" presId="urn:microsoft.com/office/officeart/2005/8/layout/pyramid2"/>
    <dgm:cxn modelId="{D4283314-412F-48F3-BBAC-29B6F06D96B8}" type="presParOf" srcId="{8AC3FF2F-6EBD-4A2A-8C5F-431F26EEE280}" destId="{8B2A39EB-3D7D-4FA4-9690-AFFF7D383FB2}" srcOrd="1" destOrd="0" presId="urn:microsoft.com/office/officeart/2005/8/layout/pyramid2"/>
    <dgm:cxn modelId="{C3521D42-F8D1-404F-BC9A-C9695F3DC8AD}" type="presParOf" srcId="{8B2A39EB-3D7D-4FA4-9690-AFFF7D383FB2}" destId="{46C80CB8-1AB1-43A4-8B98-CD8CA9C14DBD}" srcOrd="0" destOrd="0" presId="urn:microsoft.com/office/officeart/2005/8/layout/pyramid2"/>
    <dgm:cxn modelId="{1B77383E-5ECC-4AFC-8EED-D00BCF799F8E}" type="presParOf" srcId="{8B2A39EB-3D7D-4FA4-9690-AFFF7D383FB2}" destId="{6BBE1FB6-AABC-4E45-A950-353EAAC9440D}" srcOrd="1" destOrd="0" presId="urn:microsoft.com/office/officeart/2005/8/layout/pyramid2"/>
    <dgm:cxn modelId="{F0201EA0-8805-4B1A-BB63-1301A9BDA38D}" type="presParOf" srcId="{8B2A39EB-3D7D-4FA4-9690-AFFF7D383FB2}" destId="{3FCEDEB9-C3A2-427E-BAEE-627076EC31F4}" srcOrd="2" destOrd="0" presId="urn:microsoft.com/office/officeart/2005/8/layout/pyramid2"/>
    <dgm:cxn modelId="{E8E476D3-8B88-431D-A936-D6F1396DA078}" type="presParOf" srcId="{8B2A39EB-3D7D-4FA4-9690-AFFF7D383FB2}" destId="{8DC083BB-045C-46A5-8F25-580E28417427}" srcOrd="3" destOrd="0" presId="urn:microsoft.com/office/officeart/2005/8/layout/pyramid2"/>
    <dgm:cxn modelId="{C6B89A9A-B831-4B5E-AA71-D3B9354420BF}" type="presParOf" srcId="{8B2A39EB-3D7D-4FA4-9690-AFFF7D383FB2}" destId="{800E0281-F287-4537-A10B-3D2BA3E61E56}" srcOrd="4" destOrd="0" presId="urn:microsoft.com/office/officeart/2005/8/layout/pyramid2"/>
    <dgm:cxn modelId="{1B53F14C-83E5-47E1-A82B-31134BC2E4A0}" type="presParOf" srcId="{8B2A39EB-3D7D-4FA4-9690-AFFF7D383FB2}" destId="{3963DF0B-A3F2-498E-9924-4E89A9C21C7E}" srcOrd="5" destOrd="0" presId="urn:microsoft.com/office/officeart/2005/8/layout/pyramid2"/>
    <dgm:cxn modelId="{13E56332-77D6-4875-BC85-A4D3FF6F274C}" type="presParOf" srcId="{8B2A39EB-3D7D-4FA4-9690-AFFF7D383FB2}" destId="{6116D090-2B3E-4C21-AA04-EC184F759914}" srcOrd="6" destOrd="0" presId="urn:microsoft.com/office/officeart/2005/8/layout/pyramid2"/>
    <dgm:cxn modelId="{7E6061AB-A5D1-45C1-A45E-0EA2A5992DE4}" type="presParOf" srcId="{8B2A39EB-3D7D-4FA4-9690-AFFF7D383FB2}" destId="{528E5933-B90D-4BF8-A50E-F5B6FA4EE3AA}" srcOrd="7" destOrd="0" presId="urn:microsoft.com/office/officeart/2005/8/layout/pyramid2"/>
    <dgm:cxn modelId="{11954514-1F8C-4FC1-A705-D2F523851AA6}" type="presParOf" srcId="{8B2A39EB-3D7D-4FA4-9690-AFFF7D383FB2}" destId="{1ADB80EC-BBC2-452E-98B6-725A6DF1D381}" srcOrd="8" destOrd="0" presId="urn:microsoft.com/office/officeart/2005/8/layout/pyramid2"/>
    <dgm:cxn modelId="{F17AB67B-4C32-4C16-9D24-93865FCF000C}" type="presParOf" srcId="{8B2A39EB-3D7D-4FA4-9690-AFFF7D383FB2}" destId="{CBB17120-83C2-40CB-A23D-64EB56B84A1E}" srcOrd="9" destOrd="0" presId="urn:microsoft.com/office/officeart/2005/8/layout/pyramid2"/>
    <dgm:cxn modelId="{C61A6541-F79E-4C87-8389-635C164E9809}" type="presParOf" srcId="{8B2A39EB-3D7D-4FA4-9690-AFFF7D383FB2}" destId="{5F902A7F-7609-43E0-B080-49AA2650C91C}" srcOrd="10" destOrd="0" presId="urn:microsoft.com/office/officeart/2005/8/layout/pyramid2"/>
    <dgm:cxn modelId="{7B7976F3-6A94-4A91-ACDA-F88D382AE18D}" type="presParOf" srcId="{8B2A39EB-3D7D-4FA4-9690-AFFF7D383FB2}" destId="{864A761A-D0BC-4609-8485-70FFC0E824BF}" srcOrd="11" destOrd="0" presId="urn:microsoft.com/office/officeart/2005/8/layout/pyramid2"/>
    <dgm:cxn modelId="{D541D3C7-7377-4A8E-8BF9-F11DA111D2BD}" type="presParOf" srcId="{8B2A39EB-3D7D-4FA4-9690-AFFF7D383FB2}" destId="{93E1B82C-E3DC-4286-A16D-886364676E84}" srcOrd="12" destOrd="0" presId="urn:microsoft.com/office/officeart/2005/8/layout/pyramid2"/>
    <dgm:cxn modelId="{9956F8F5-272D-4C01-8258-6A477113497C}" type="presParOf" srcId="{8B2A39EB-3D7D-4FA4-9690-AFFF7D383FB2}" destId="{7CE7769F-61AD-443B-A6E3-A079A3D820EC}" srcOrd="1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E607B-0317-4B04-9D7A-0CB4CF90933D}">
      <dsp:nvSpPr>
        <dsp:cNvPr id="0" name=""/>
        <dsp:cNvSpPr/>
      </dsp:nvSpPr>
      <dsp:spPr>
        <a:xfrm>
          <a:off x="0" y="85949"/>
          <a:ext cx="7499350" cy="1471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Основные определения и понятие информационной системы;</a:t>
          </a:r>
          <a:endParaRPr lang="ru-RU" sz="3700" kern="1200" dirty="0"/>
        </a:p>
      </dsp:txBody>
      <dsp:txXfrm>
        <a:off x="71850" y="157799"/>
        <a:ext cx="7355650" cy="1328160"/>
      </dsp:txXfrm>
    </dsp:sp>
    <dsp:sp modelId="{C67A1B4A-CF41-40CC-BBBD-84CC4F988D52}">
      <dsp:nvSpPr>
        <dsp:cNvPr id="0" name=""/>
        <dsp:cNvSpPr/>
      </dsp:nvSpPr>
      <dsp:spPr>
        <a:xfrm>
          <a:off x="0" y="1664369"/>
          <a:ext cx="7499350" cy="1471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Этапы развития информационных систем</a:t>
          </a:r>
          <a:endParaRPr lang="ru-RU" sz="3700" kern="1200" dirty="0"/>
        </a:p>
      </dsp:txBody>
      <dsp:txXfrm>
        <a:off x="71850" y="1736219"/>
        <a:ext cx="7355650" cy="1328160"/>
      </dsp:txXfrm>
    </dsp:sp>
    <dsp:sp modelId="{8370DDB0-35C4-4A44-A059-E8A582B01C08}">
      <dsp:nvSpPr>
        <dsp:cNvPr id="0" name=""/>
        <dsp:cNvSpPr/>
      </dsp:nvSpPr>
      <dsp:spPr>
        <a:xfrm>
          <a:off x="0" y="3242790"/>
          <a:ext cx="7499350" cy="1471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Область применения  информационных систем</a:t>
          </a:r>
          <a:endParaRPr lang="ru-RU" sz="3700" kern="1200" dirty="0"/>
        </a:p>
      </dsp:txBody>
      <dsp:txXfrm>
        <a:off x="71850" y="3314640"/>
        <a:ext cx="7355650" cy="13281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1799E-EBC1-4575-9517-95399B5035A7}">
      <dsp:nvSpPr>
        <dsp:cNvPr id="0" name=""/>
        <dsp:cNvSpPr/>
      </dsp:nvSpPr>
      <dsp:spPr>
        <a:xfrm>
          <a:off x="0" y="15437"/>
          <a:ext cx="4422784" cy="463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Под </a:t>
          </a:r>
          <a:r>
            <a:rPr lang="ru-RU" sz="2200" i="1" kern="1200" dirty="0" smtClean="0"/>
            <a:t>системой</a:t>
          </a:r>
          <a:r>
            <a:rPr lang="ru-RU" sz="2200" kern="1200" dirty="0" smtClean="0"/>
            <a:t> понимают любой объект, который одновременно рассматривается и как единое целое, и как объединенная в интересах достижения поставленных целей совокупность разнородных элементов. Сегодня создано большое число различных систем и они все отличаются между собой как по составу, так и по главным целям.</a:t>
          </a:r>
          <a:endParaRPr lang="ru-RU" sz="2200" kern="1200" dirty="0"/>
        </a:p>
      </dsp:txBody>
      <dsp:txXfrm>
        <a:off x="215903" y="231340"/>
        <a:ext cx="3990978" cy="42013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08669-6DF5-44ED-8095-E02CEBBCA239}">
      <dsp:nvSpPr>
        <dsp:cNvPr id="0" name=""/>
        <dsp:cNvSpPr/>
      </dsp:nvSpPr>
      <dsp:spPr>
        <a:xfrm>
          <a:off x="2999739" y="0"/>
          <a:ext cx="4499610" cy="4800600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smtClean="0"/>
            <a:t>– производство профессиональной информации, связанной с определенной профессиональной деятельностью. </a:t>
          </a:r>
          <a:endParaRPr lang="ru-RU" sz="2400" kern="1200"/>
        </a:p>
      </dsp:txBody>
      <dsp:txXfrm>
        <a:off x="2999739" y="600075"/>
        <a:ext cx="2812256" cy="3600450"/>
      </dsp:txXfrm>
    </dsp:sp>
    <dsp:sp modelId="{34AAB243-6410-4D47-B76F-A3ED87B4A964}">
      <dsp:nvSpPr>
        <dsp:cNvPr id="0" name=""/>
        <dsp:cNvSpPr/>
      </dsp:nvSpPr>
      <dsp:spPr>
        <a:xfrm>
          <a:off x="0" y="0"/>
          <a:ext cx="2999740" cy="4800600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146435" y="146435"/>
        <a:ext cx="2706870" cy="45077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AA4A91-1415-45B7-BFDC-51991DE575B5}">
      <dsp:nvSpPr>
        <dsp:cNvPr id="0" name=""/>
        <dsp:cNvSpPr/>
      </dsp:nvSpPr>
      <dsp:spPr>
        <a:xfrm rot="21300000">
          <a:off x="23013" y="1973541"/>
          <a:ext cx="7453323" cy="853517"/>
        </a:xfrm>
        <a:prstGeom prst="mathMinus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B1AC52-424F-444A-8480-3833000B15B4}">
      <dsp:nvSpPr>
        <dsp:cNvPr id="0" name=""/>
        <dsp:cNvSpPr/>
      </dsp:nvSpPr>
      <dsp:spPr>
        <a:xfrm>
          <a:off x="350812" y="266682"/>
          <a:ext cx="2249805" cy="1920240"/>
        </a:xfrm>
        <a:prstGeom prst="downArrow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96E58-BB0F-46C5-851A-6028ED231780}">
      <dsp:nvSpPr>
        <dsp:cNvPr id="0" name=""/>
        <dsp:cNvSpPr/>
      </dsp:nvSpPr>
      <dsp:spPr>
        <a:xfrm>
          <a:off x="2922586" y="0"/>
          <a:ext cx="4503929" cy="2016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обеспечивают сбор, хранение, обработку, поиск, выдачу информации, необходимой в процессе принятия решений задач из любой области. </a:t>
          </a:r>
          <a:endParaRPr lang="en-US" sz="2400" kern="1200" dirty="0"/>
        </a:p>
      </dsp:txBody>
      <dsp:txXfrm>
        <a:off x="2922586" y="0"/>
        <a:ext cx="4503929" cy="2016252"/>
      </dsp:txXfrm>
    </dsp:sp>
    <dsp:sp modelId="{398AEB22-1C73-4F21-A987-CA916D87C9DC}">
      <dsp:nvSpPr>
        <dsp:cNvPr id="0" name=""/>
        <dsp:cNvSpPr/>
      </dsp:nvSpPr>
      <dsp:spPr>
        <a:xfrm>
          <a:off x="4349622" y="2640330"/>
          <a:ext cx="2249805" cy="1920240"/>
        </a:xfrm>
        <a:prstGeom prst="upArrow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4A407-44E5-4DDD-B65E-7DC30FF9BF63}">
      <dsp:nvSpPr>
        <dsp:cNvPr id="0" name=""/>
        <dsp:cNvSpPr/>
      </dsp:nvSpPr>
      <dsp:spPr>
        <a:xfrm>
          <a:off x="136500" y="2784347"/>
          <a:ext cx="4376596" cy="2016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Их задача помочь в анализе проблем и создавать новые продукты.</a:t>
          </a:r>
          <a:endParaRPr lang="ru-RU" sz="2400" kern="1200" dirty="0"/>
        </a:p>
      </dsp:txBody>
      <dsp:txXfrm>
        <a:off x="136500" y="2784347"/>
        <a:ext cx="4376596" cy="20162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1C8A3-5E3B-438C-A325-C22DCE99DAA5}">
      <dsp:nvSpPr>
        <dsp:cNvPr id="0" name=""/>
        <dsp:cNvSpPr/>
      </dsp:nvSpPr>
      <dsp:spPr>
        <a:xfrm>
          <a:off x="0" y="0"/>
          <a:ext cx="4290250" cy="46634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i="1" kern="1200" dirty="0" smtClean="0"/>
            <a:t>Информационная система</a:t>
          </a:r>
          <a:r>
            <a:rPr lang="ru-RU" sz="3000" kern="1200" dirty="0" smtClean="0"/>
            <a:t> - взаимосвязанная совокупность средств, методов и персонала, используемых для хранения, обработки и выдачи информации в интересах достижения поставленной цели.</a:t>
          </a:r>
          <a:endParaRPr lang="ru-RU" sz="3000" kern="1200" dirty="0"/>
        </a:p>
      </dsp:txBody>
      <dsp:txXfrm>
        <a:off x="0" y="0"/>
        <a:ext cx="4290250" cy="46634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3B45FB-F7BA-4A16-8FB2-E1B221FC1963}">
      <dsp:nvSpPr>
        <dsp:cNvPr id="0" name=""/>
        <dsp:cNvSpPr/>
      </dsp:nvSpPr>
      <dsp:spPr>
        <a:xfrm>
          <a:off x="3222" y="0"/>
          <a:ext cx="3691086" cy="4800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Информационная технология является процессом, состоящим из четко регламентированных правил выполнения операций, действий, этапов разной степени сложности над данными, хранящимися в компьютерах. </a:t>
          </a:r>
          <a:endParaRPr lang="ru-RU" sz="1600" kern="1200" dirty="0"/>
        </a:p>
      </dsp:txBody>
      <dsp:txXfrm>
        <a:off x="3222" y="1920240"/>
        <a:ext cx="3691086" cy="1920240"/>
      </dsp:txXfrm>
    </dsp:sp>
    <dsp:sp modelId="{83AB4FDF-D954-4542-93E8-37F977AF6ADC}">
      <dsp:nvSpPr>
        <dsp:cNvPr id="0" name=""/>
        <dsp:cNvSpPr/>
      </dsp:nvSpPr>
      <dsp:spPr>
        <a:xfrm>
          <a:off x="1049465" y="288036"/>
          <a:ext cx="1598599" cy="159859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750E60-11A0-42C2-98EF-93198F06A1C0}">
      <dsp:nvSpPr>
        <dsp:cNvPr id="0" name=""/>
        <dsp:cNvSpPr/>
      </dsp:nvSpPr>
      <dsp:spPr>
        <a:xfrm>
          <a:off x="3805041" y="0"/>
          <a:ext cx="3691086" cy="4800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Информационная система является средой, составляющими элементами которой являются компьютеры, компьютерные сети, программные продукты, базы данных, люди, различного рода технические и программные средства связи и т.д.</a:t>
          </a:r>
          <a:endParaRPr lang="ru-RU" sz="1600" kern="1200" dirty="0"/>
        </a:p>
      </dsp:txBody>
      <dsp:txXfrm>
        <a:off x="3805041" y="1920240"/>
        <a:ext cx="3691086" cy="1920240"/>
      </dsp:txXfrm>
    </dsp:sp>
    <dsp:sp modelId="{3E42EE53-5EBD-4685-A49B-CF190183034A}">
      <dsp:nvSpPr>
        <dsp:cNvPr id="0" name=""/>
        <dsp:cNvSpPr/>
      </dsp:nvSpPr>
      <dsp:spPr>
        <a:xfrm>
          <a:off x="4851284" y="288036"/>
          <a:ext cx="1598599" cy="159859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9FCD4-A67A-4FA2-887A-D904B0C11646}">
      <dsp:nvSpPr>
        <dsp:cNvPr id="0" name=""/>
        <dsp:cNvSpPr/>
      </dsp:nvSpPr>
      <dsp:spPr>
        <a:xfrm>
          <a:off x="299973" y="3840480"/>
          <a:ext cx="6899402" cy="720090"/>
        </a:xfrm>
        <a:prstGeom prst="leftRightArrow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76378-59A1-4514-AEB1-CCB4B564F5BE}">
      <dsp:nvSpPr>
        <dsp:cNvPr id="0" name=""/>
        <dsp:cNvSpPr/>
      </dsp:nvSpPr>
      <dsp:spPr>
        <a:xfrm>
          <a:off x="0" y="0"/>
          <a:ext cx="6374447" cy="21602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Основная цель информационной системы - организация хранения и передачи информации. </a:t>
          </a:r>
          <a:endParaRPr lang="ru-RU" sz="2600" kern="1200" dirty="0"/>
        </a:p>
      </dsp:txBody>
      <dsp:txXfrm>
        <a:off x="63272" y="63272"/>
        <a:ext cx="4141640" cy="2033726"/>
      </dsp:txXfrm>
    </dsp:sp>
    <dsp:sp modelId="{7461A45B-A43B-4D78-8583-7E1B44A34A05}">
      <dsp:nvSpPr>
        <dsp:cNvPr id="0" name=""/>
        <dsp:cNvSpPr/>
      </dsp:nvSpPr>
      <dsp:spPr>
        <a:xfrm>
          <a:off x="1124902" y="2640330"/>
          <a:ext cx="6374447" cy="21602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Информационная система представляет собой </a:t>
          </a:r>
          <a:r>
            <a:rPr lang="ru-RU" sz="2600" kern="1200" dirty="0" err="1" smtClean="0"/>
            <a:t>человеко</a:t>
          </a:r>
          <a:r>
            <a:rPr lang="ru-RU" sz="2600" kern="1200" dirty="0" smtClean="0"/>
            <a:t> - компьютерную систему обработки информации. </a:t>
          </a:r>
          <a:endParaRPr lang="ru-RU" sz="2600" kern="1200" dirty="0"/>
        </a:p>
      </dsp:txBody>
      <dsp:txXfrm>
        <a:off x="1188174" y="2703602"/>
        <a:ext cx="3718825" cy="2033725"/>
      </dsp:txXfrm>
    </dsp:sp>
    <dsp:sp modelId="{2F9E3205-43F9-4CA4-839C-65DFB70DAAF0}">
      <dsp:nvSpPr>
        <dsp:cNvPr id="0" name=""/>
        <dsp:cNvSpPr/>
      </dsp:nvSpPr>
      <dsp:spPr>
        <a:xfrm>
          <a:off x="4970272" y="1698212"/>
          <a:ext cx="1404175" cy="1404175"/>
        </a:xfrm>
        <a:prstGeom prst="downArrow">
          <a:avLst>
            <a:gd name="adj1" fmla="val 55000"/>
            <a:gd name="adj2" fmla="val 45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>
        <a:off x="5286211" y="1698212"/>
        <a:ext cx="772297" cy="10566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CC26DE-F733-4272-9725-52DBA135B35C}">
      <dsp:nvSpPr>
        <dsp:cNvPr id="0" name=""/>
        <dsp:cNvSpPr/>
      </dsp:nvSpPr>
      <dsp:spPr>
        <a:xfrm>
          <a:off x="0" y="0"/>
          <a:ext cx="4718878" cy="46634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1" kern="1200" dirty="0" smtClean="0"/>
            <a:t>Информационная система</a:t>
          </a:r>
          <a:r>
            <a:rPr lang="ru-RU" sz="2900" kern="1200" dirty="0" smtClean="0"/>
            <a:t> – </a:t>
          </a:r>
          <a:r>
            <a:rPr lang="ru-RU" sz="2900" kern="1200" dirty="0" err="1" smtClean="0"/>
            <a:t>человеко</a:t>
          </a:r>
          <a:r>
            <a:rPr lang="ru-RU" sz="2900" kern="1200" dirty="0" smtClean="0"/>
            <a:t> - компьютерная система для поддержки принятия решений и производства информационных продуктов, использующая компьютерную информационную технологию.</a:t>
          </a:r>
          <a:endParaRPr lang="ru-RU" sz="2900" kern="1200" dirty="0"/>
        </a:p>
      </dsp:txBody>
      <dsp:txXfrm>
        <a:off x="0" y="0"/>
        <a:ext cx="4718878" cy="46634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C8FEA-68C0-4A90-9310-F8B8451ADC95}">
      <dsp:nvSpPr>
        <dsp:cNvPr id="0" name=""/>
        <dsp:cNvSpPr/>
      </dsp:nvSpPr>
      <dsp:spPr>
        <a:xfrm>
          <a:off x="0" y="0"/>
          <a:ext cx="4933192" cy="46634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Области применения информационных приложений разнообразны: страхование, транспорт, образование и т. д. Трудно найти область деловой активности, в которой сегодня можно было бы обойтись без использования информационных систем. Эффективное использование корпоративных информационных систем позволяет делать более точные прогнозы и избегать возможных ошибок в управлении</a:t>
          </a:r>
          <a:endParaRPr lang="ru-RU" sz="2200" kern="1200" dirty="0"/>
        </a:p>
      </dsp:txBody>
      <dsp:txXfrm>
        <a:off x="0" y="0"/>
        <a:ext cx="4933192" cy="46634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E2F17-BB39-43BE-948A-6D91C99E1553}">
      <dsp:nvSpPr>
        <dsp:cNvPr id="0" name=""/>
        <dsp:cNvSpPr/>
      </dsp:nvSpPr>
      <dsp:spPr>
        <a:xfrm rot="10800000">
          <a:off x="1778102" y="837"/>
          <a:ext cx="4987067" cy="208784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681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получению более рациональных вариантов решения управленческих задач за счет внедрения математических методов и интеллектуальных систем и т.д.;</a:t>
          </a:r>
          <a:endParaRPr lang="ru-RU" sz="1900" kern="1200" dirty="0"/>
        </a:p>
      </dsp:txBody>
      <dsp:txXfrm rot="10800000">
        <a:off x="2300063" y="837"/>
        <a:ext cx="4465106" cy="2087843"/>
      </dsp:txXfrm>
    </dsp:sp>
    <dsp:sp modelId="{EB61AFA6-60F7-437D-9120-FF9BF1A24D24}">
      <dsp:nvSpPr>
        <dsp:cNvPr id="0" name=""/>
        <dsp:cNvSpPr/>
      </dsp:nvSpPr>
      <dsp:spPr>
        <a:xfrm>
          <a:off x="734180" y="837"/>
          <a:ext cx="2087843" cy="2087843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9B3E9-894C-420F-973B-7566DCC59B31}">
      <dsp:nvSpPr>
        <dsp:cNvPr id="0" name=""/>
        <dsp:cNvSpPr/>
      </dsp:nvSpPr>
      <dsp:spPr>
        <a:xfrm rot="10800000">
          <a:off x="1778102" y="2711918"/>
          <a:ext cx="4987067" cy="208784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681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освобождению работников от рутинной работы за счет ее автоматизации;</a:t>
          </a:r>
          <a:endParaRPr lang="ru-RU" sz="1900" kern="1200" dirty="0"/>
        </a:p>
      </dsp:txBody>
      <dsp:txXfrm rot="10800000">
        <a:off x="2300063" y="2711918"/>
        <a:ext cx="4465106" cy="2087843"/>
      </dsp:txXfrm>
    </dsp:sp>
    <dsp:sp modelId="{D884EA78-B5F2-4C25-BFEE-52ECAEF29F23}">
      <dsp:nvSpPr>
        <dsp:cNvPr id="0" name=""/>
        <dsp:cNvSpPr/>
      </dsp:nvSpPr>
      <dsp:spPr>
        <a:xfrm>
          <a:off x="734180" y="2711918"/>
          <a:ext cx="2087843" cy="2087843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E61B2-9343-48B1-8271-4B1C7DCD00F5}">
      <dsp:nvSpPr>
        <dsp:cNvPr id="0" name=""/>
        <dsp:cNvSpPr/>
      </dsp:nvSpPr>
      <dsp:spPr>
        <a:xfrm rot="10800000">
          <a:off x="1778102" y="837"/>
          <a:ext cx="4987067" cy="208784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681" tIns="121920" rIns="227584" bIns="12192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/>
            <a:t>обеспечению достоверности информации;</a:t>
          </a:r>
          <a:endParaRPr lang="ru-RU" sz="3200" kern="1200" dirty="0"/>
        </a:p>
      </dsp:txBody>
      <dsp:txXfrm rot="10800000">
        <a:off x="2300063" y="837"/>
        <a:ext cx="4465106" cy="2087843"/>
      </dsp:txXfrm>
    </dsp:sp>
    <dsp:sp modelId="{DF55AFAF-2C2F-497B-8BA0-CE71C857F943}">
      <dsp:nvSpPr>
        <dsp:cNvPr id="0" name=""/>
        <dsp:cNvSpPr/>
      </dsp:nvSpPr>
      <dsp:spPr>
        <a:xfrm>
          <a:off x="734180" y="837"/>
          <a:ext cx="2087843" cy="2087843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683230-1AFA-480D-A807-BF1AA67D3D34}">
      <dsp:nvSpPr>
        <dsp:cNvPr id="0" name=""/>
        <dsp:cNvSpPr/>
      </dsp:nvSpPr>
      <dsp:spPr>
        <a:xfrm rot="10800000">
          <a:off x="1778102" y="2711918"/>
          <a:ext cx="4987067" cy="208784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681" tIns="121920" rIns="227584" bIns="12192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/>
            <a:t>замене бумажных носителей информации на электронные</a:t>
          </a:r>
          <a:endParaRPr lang="ru-RU" sz="3200" kern="1200" dirty="0"/>
        </a:p>
      </dsp:txBody>
      <dsp:txXfrm rot="10800000">
        <a:off x="2300063" y="2711918"/>
        <a:ext cx="4465106" cy="2087843"/>
      </dsp:txXfrm>
    </dsp:sp>
    <dsp:sp modelId="{034B83E8-CB78-4407-B114-145B2C48E72C}">
      <dsp:nvSpPr>
        <dsp:cNvPr id="0" name=""/>
        <dsp:cNvSpPr/>
      </dsp:nvSpPr>
      <dsp:spPr>
        <a:xfrm>
          <a:off x="734180" y="2711918"/>
          <a:ext cx="2087843" cy="2087843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F9420-9450-44F3-A42B-B9E1C92A3472}">
      <dsp:nvSpPr>
        <dsp:cNvPr id="0" name=""/>
        <dsp:cNvSpPr/>
      </dsp:nvSpPr>
      <dsp:spPr>
        <a:xfrm rot="10800000">
          <a:off x="1589190" y="4334"/>
          <a:ext cx="4987067" cy="133219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462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совершенствованию структуры потоков информации и системы документооборота в фирме;</a:t>
          </a:r>
          <a:endParaRPr lang="ru-RU" sz="2200" kern="1200" dirty="0"/>
        </a:p>
      </dsp:txBody>
      <dsp:txXfrm rot="10800000">
        <a:off x="1922239" y="4334"/>
        <a:ext cx="4654018" cy="1332196"/>
      </dsp:txXfrm>
    </dsp:sp>
    <dsp:sp modelId="{3CEFA222-D243-4880-9140-96F793E8C8E3}">
      <dsp:nvSpPr>
        <dsp:cNvPr id="0" name=""/>
        <dsp:cNvSpPr/>
      </dsp:nvSpPr>
      <dsp:spPr>
        <a:xfrm>
          <a:off x="923091" y="4334"/>
          <a:ext cx="1332196" cy="1332196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442A3D-E5D6-4A36-B648-1E14B616DFBD}">
      <dsp:nvSpPr>
        <dsp:cNvPr id="0" name=""/>
        <dsp:cNvSpPr/>
      </dsp:nvSpPr>
      <dsp:spPr>
        <a:xfrm rot="10800000">
          <a:off x="1589190" y="1734201"/>
          <a:ext cx="4987067" cy="133219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462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уменьшению затрат на производство продуктов и услуг;</a:t>
          </a:r>
          <a:endParaRPr lang="ru-RU" sz="2200" kern="1200" dirty="0"/>
        </a:p>
      </dsp:txBody>
      <dsp:txXfrm rot="10800000">
        <a:off x="1922239" y="1734201"/>
        <a:ext cx="4654018" cy="1332196"/>
      </dsp:txXfrm>
    </dsp:sp>
    <dsp:sp modelId="{F19ECE8B-B2B9-4BA6-9097-4CE276658C97}">
      <dsp:nvSpPr>
        <dsp:cNvPr id="0" name=""/>
        <dsp:cNvSpPr/>
      </dsp:nvSpPr>
      <dsp:spPr>
        <a:xfrm>
          <a:off x="923091" y="1734201"/>
          <a:ext cx="1332196" cy="1332196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040E2-BE7D-4324-887D-A4199C5D55A6}">
      <dsp:nvSpPr>
        <dsp:cNvPr id="0" name=""/>
        <dsp:cNvSpPr/>
      </dsp:nvSpPr>
      <dsp:spPr>
        <a:xfrm rot="10800000">
          <a:off x="1589190" y="3464068"/>
          <a:ext cx="4987067" cy="133219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462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предоставлению потребителям уникальных услуг;</a:t>
          </a:r>
          <a:endParaRPr lang="ru-RU" sz="2200" kern="1200" dirty="0"/>
        </a:p>
      </dsp:txBody>
      <dsp:txXfrm rot="10800000">
        <a:off x="1922239" y="3464068"/>
        <a:ext cx="4654018" cy="1332196"/>
      </dsp:txXfrm>
    </dsp:sp>
    <dsp:sp modelId="{6FBBE17D-D7D3-4534-A273-846E7BD88EFB}">
      <dsp:nvSpPr>
        <dsp:cNvPr id="0" name=""/>
        <dsp:cNvSpPr/>
      </dsp:nvSpPr>
      <dsp:spPr>
        <a:xfrm>
          <a:off x="923091" y="3464068"/>
          <a:ext cx="1332196" cy="1332196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91EA1-1DFC-4C00-A14B-2DDA37BECD30}">
      <dsp:nvSpPr>
        <dsp:cNvPr id="0" name=""/>
        <dsp:cNvSpPr/>
      </dsp:nvSpPr>
      <dsp:spPr>
        <a:xfrm rot="10800000">
          <a:off x="1778102" y="837"/>
          <a:ext cx="4987067" cy="208784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681" tIns="99060" rIns="184912" bIns="9906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отысканию новых рыночных ниш;</a:t>
          </a:r>
          <a:endParaRPr lang="ru-RU" sz="2600" kern="1200" dirty="0"/>
        </a:p>
      </dsp:txBody>
      <dsp:txXfrm rot="10800000">
        <a:off x="2300063" y="837"/>
        <a:ext cx="4465106" cy="2087843"/>
      </dsp:txXfrm>
    </dsp:sp>
    <dsp:sp modelId="{7BEC0914-1598-4AF3-8833-1754418595E5}">
      <dsp:nvSpPr>
        <dsp:cNvPr id="0" name=""/>
        <dsp:cNvSpPr/>
      </dsp:nvSpPr>
      <dsp:spPr>
        <a:xfrm>
          <a:off x="734180" y="837"/>
          <a:ext cx="2087843" cy="2087843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53F82-AC33-498E-B035-7B179832F910}">
      <dsp:nvSpPr>
        <dsp:cNvPr id="0" name=""/>
        <dsp:cNvSpPr/>
      </dsp:nvSpPr>
      <dsp:spPr>
        <a:xfrm rot="10800000">
          <a:off x="1778102" y="2711918"/>
          <a:ext cx="4987067" cy="208784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681" tIns="99060" rIns="184912" bIns="9906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привязке к фирме покупателей и поставщиков за счет предоставления им разных скидок и услуг.</a:t>
          </a:r>
          <a:endParaRPr lang="ru-RU" sz="2600" kern="1200" dirty="0"/>
        </a:p>
      </dsp:txBody>
      <dsp:txXfrm rot="10800000">
        <a:off x="2300063" y="2711918"/>
        <a:ext cx="4465106" cy="2087843"/>
      </dsp:txXfrm>
    </dsp:sp>
    <dsp:sp modelId="{0BE18CD3-523D-4634-BB6C-17B848F438CF}">
      <dsp:nvSpPr>
        <dsp:cNvPr id="0" name=""/>
        <dsp:cNvSpPr/>
      </dsp:nvSpPr>
      <dsp:spPr>
        <a:xfrm>
          <a:off x="734180" y="2711918"/>
          <a:ext cx="2087843" cy="2087843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8612AF-BF27-4421-A93D-AD15F0FB7D69}">
      <dsp:nvSpPr>
        <dsp:cNvPr id="0" name=""/>
        <dsp:cNvSpPr/>
      </dsp:nvSpPr>
      <dsp:spPr>
        <a:xfrm>
          <a:off x="989329" y="0"/>
          <a:ext cx="4800600" cy="4800600"/>
        </a:xfrm>
        <a:prstGeom prst="triangl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4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80CB8-1AB1-43A4-8B98-CD8CA9C14DBD}">
      <dsp:nvSpPr>
        <dsp:cNvPr id="0" name=""/>
        <dsp:cNvSpPr/>
      </dsp:nvSpPr>
      <dsp:spPr>
        <a:xfrm>
          <a:off x="3389629" y="480528"/>
          <a:ext cx="3120390" cy="4875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Информационная система по отысканию рыночных ниш</a:t>
          </a:r>
          <a:endParaRPr lang="ru-RU" sz="1200" b="1" kern="1200" dirty="0"/>
        </a:p>
      </dsp:txBody>
      <dsp:txXfrm>
        <a:off x="3413430" y="504329"/>
        <a:ext cx="3072788" cy="439958"/>
      </dsp:txXfrm>
    </dsp:sp>
    <dsp:sp modelId="{3FCEDEB9-C3A2-427E-BAEE-627076EC31F4}">
      <dsp:nvSpPr>
        <dsp:cNvPr id="0" name=""/>
        <dsp:cNvSpPr/>
      </dsp:nvSpPr>
      <dsp:spPr>
        <a:xfrm>
          <a:off x="3389629" y="1029034"/>
          <a:ext cx="3120390" cy="4875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Информационные системы, ускоряющие потоки товаров</a:t>
          </a:r>
          <a:endParaRPr lang="ru-RU" sz="1200" b="1" kern="1200" dirty="0"/>
        </a:p>
      </dsp:txBody>
      <dsp:txXfrm>
        <a:off x="3413430" y="1052835"/>
        <a:ext cx="3072788" cy="439958"/>
      </dsp:txXfrm>
    </dsp:sp>
    <dsp:sp modelId="{800E0281-F287-4537-A10B-3D2BA3E61E56}">
      <dsp:nvSpPr>
        <dsp:cNvPr id="0" name=""/>
        <dsp:cNvSpPr/>
      </dsp:nvSpPr>
      <dsp:spPr>
        <a:xfrm>
          <a:off x="3389629" y="1577540"/>
          <a:ext cx="3120390" cy="4875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Информационные системы по снижению издержек производства</a:t>
          </a:r>
          <a:endParaRPr lang="ru-RU" sz="1200" b="1" kern="1200" dirty="0"/>
        </a:p>
      </dsp:txBody>
      <dsp:txXfrm>
        <a:off x="3413430" y="1601341"/>
        <a:ext cx="3072788" cy="439958"/>
      </dsp:txXfrm>
    </dsp:sp>
    <dsp:sp modelId="{6116D090-2B3E-4C21-AA04-EC184F759914}">
      <dsp:nvSpPr>
        <dsp:cNvPr id="0" name=""/>
        <dsp:cNvSpPr/>
      </dsp:nvSpPr>
      <dsp:spPr>
        <a:xfrm>
          <a:off x="3389629" y="2126046"/>
          <a:ext cx="3120390" cy="4875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Информационные системы автоматизации технологии ("менеджмент уступок").</a:t>
          </a:r>
          <a:endParaRPr lang="ru-RU" sz="1200" b="1" kern="1200" dirty="0"/>
        </a:p>
      </dsp:txBody>
      <dsp:txXfrm>
        <a:off x="3413430" y="2149847"/>
        <a:ext cx="3072788" cy="439958"/>
      </dsp:txXfrm>
    </dsp:sp>
    <dsp:sp modelId="{1ADB80EC-BBC2-452E-98B6-725A6DF1D381}">
      <dsp:nvSpPr>
        <dsp:cNvPr id="0" name=""/>
        <dsp:cNvSpPr/>
      </dsp:nvSpPr>
      <dsp:spPr>
        <a:xfrm>
          <a:off x="3389629" y="2674553"/>
          <a:ext cx="3120390" cy="4875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Управление производственным процессом</a:t>
          </a:r>
          <a:endParaRPr lang="ru-RU" sz="1200" b="1" kern="1200" dirty="0"/>
        </a:p>
      </dsp:txBody>
      <dsp:txXfrm>
        <a:off x="3413430" y="2698354"/>
        <a:ext cx="3072788" cy="439958"/>
      </dsp:txXfrm>
    </dsp:sp>
    <dsp:sp modelId="{5F902A7F-7609-43E0-B080-49AA2650C91C}">
      <dsp:nvSpPr>
        <dsp:cNvPr id="0" name=""/>
        <dsp:cNvSpPr/>
      </dsp:nvSpPr>
      <dsp:spPr>
        <a:xfrm>
          <a:off x="3389629" y="3223059"/>
          <a:ext cx="3120390" cy="4875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Документооборот</a:t>
          </a:r>
          <a:endParaRPr lang="ru-RU" sz="1200" b="1" kern="1200" dirty="0"/>
        </a:p>
      </dsp:txBody>
      <dsp:txXfrm>
        <a:off x="3413430" y="3246860"/>
        <a:ext cx="3072788" cy="439958"/>
      </dsp:txXfrm>
    </dsp:sp>
    <dsp:sp modelId="{93E1B82C-E3DC-4286-A16D-886364676E84}">
      <dsp:nvSpPr>
        <dsp:cNvPr id="0" name=""/>
        <dsp:cNvSpPr/>
      </dsp:nvSpPr>
      <dsp:spPr>
        <a:xfrm>
          <a:off x="3389629" y="3771565"/>
          <a:ext cx="3120390" cy="4875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Оперативное управление предприятием</a:t>
          </a:r>
          <a:endParaRPr lang="ru-RU" sz="1200" b="1" kern="1200" dirty="0"/>
        </a:p>
      </dsp:txBody>
      <dsp:txXfrm>
        <a:off x="3413430" y="3795366"/>
        <a:ext cx="3072788" cy="439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#2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#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3#4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ADF3B2EB-E02E-46A4-8489-279EB30115BC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D1BA6640-DE2F-46CD-911A-EF74F9820F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7890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Овал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6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870AA91-EC5E-4F8E-B93C-73928A588A3C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7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B72D8CD-F2EF-458D-B907-C325D7E903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9DD53-4C85-40A0-B3BC-BCD4372946F5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263DF-B883-4E38-B13A-03F064A94C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Прямоугольник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Овал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Овал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86F2602-B32D-4D86-BDC1-8F4FA3FE7C33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AE86CBB-0262-428E-8D09-3DEAD6DACC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55340-2D01-4BB9-B93E-3E49712C36DF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6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86347-0574-4985-BFCB-9B3FF22ECC5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E2D37F2-72DD-4084-8B31-E7ACF3CF8CF7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B9C0235-5048-4C33-867C-1CB90C6445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875B6-CAF0-48E7-B7D6-3010B8291E84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4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95A99-4AF5-4E76-A39C-A573CAA45C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Прямоугольник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04C9F2A-BA8A-42B2-B90A-508741E2B088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0DF1025-8FF1-44D9-95E1-BE8D8F30DF9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DEADA6C-1C1D-430C-B809-8F67235E4671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5643A42-64B6-4079-A550-A27CD2744EF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Блок-схема: процесс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Блок-схема: процесс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A780B0D-87B9-4BC4-8DB5-0517714B971D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E54988A-7BC5-4099-8B54-E79242F199C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54B66-C9FA-4360-8ED6-1E68DEB7588C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F4B8D-6364-4EAD-BD60-4C27AE3647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595D7-C981-4C69-A2D1-98BBC570D1DE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4AB49-7F81-4318-B72B-DDAAE47256A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Овал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33" name="Текст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967CD619-EEA8-4D31-9331-262857260BDB}" type="datetimeFigureOut">
              <a:rPr lang="ru-RU"/>
              <a:pPr>
                <a:defRPr/>
              </a:pPr>
              <a:t>19.10.2020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BC4ABA23-1FEC-429D-B93C-E176E58E32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3" r:id="rId2"/>
    <p:sldLayoutId id="2147483819" r:id="rId3"/>
    <p:sldLayoutId id="2147483814" r:id="rId4"/>
    <p:sldLayoutId id="2147483820" r:id="rId5"/>
    <p:sldLayoutId id="2147483815" r:id="rId6"/>
    <p:sldLayoutId id="2147483821" r:id="rId7"/>
    <p:sldLayoutId id="2147483822" r:id="rId8"/>
    <p:sldLayoutId id="2147483823" r:id="rId9"/>
    <p:sldLayoutId id="2147483816" r:id="rId10"/>
    <p:sldLayoutId id="214748381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17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10" Type="http://schemas.openxmlformats.org/officeDocument/2006/relationships/image" Target="../media/image20.png"/><Relationship Id="rId4" Type="http://schemas.openxmlformats.org/officeDocument/2006/relationships/diagramQuickStyle" Target="../diagrams/quickStyle9.xml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Layout" Target="../diagrams/layout14.xml"/><Relationship Id="rId7" Type="http://schemas.openxmlformats.org/officeDocument/2006/relationships/image" Target="../media/image30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85728"/>
            <a:ext cx="4062762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100" y="2600324"/>
            <a:ext cx="6400800" cy="3114691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 Тема: Введение. Основные понятия. Системы, информационные системы.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ffectLst/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  <a:effectLst/>
              </a:rPr>
            </a:br>
            <a:r>
              <a:rPr lang="ru-RU" dirty="0">
                <a:solidFill>
                  <a:schemeClr val="tx2">
                    <a:satMod val="130000"/>
                  </a:schemeClr>
                </a:solidFill>
                <a:effectLst/>
              </a:rPr>
              <a:t/>
            </a:r>
            <a:br>
              <a:rPr lang="ru-RU" dirty="0">
                <a:solidFill>
                  <a:schemeClr val="tx2">
                    <a:satMod val="130000"/>
                  </a:schemeClr>
                </a:solidFill>
                <a:effectLst/>
              </a:rPr>
            </a:br>
            <a:endParaRPr lang="ru-RU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43200" y="1071546"/>
            <a:ext cx="6400800" cy="576250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pPr algn="ctr">
              <a:defRPr/>
            </a:pPr>
            <a:r>
              <a:rPr lang="ru-RU" dirty="0" smtClean="0"/>
              <a:t>Лекция 1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ru-RU" dirty="0" smtClean="0"/>
              <a:t>План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20" name="Picture 4" descr="C:\Documents and Settings\Admin\Рабочий стол\анимашки\komputeri-715.gif"/>
          <p:cNvPicPr>
            <a:picLocks noChangeAspect="1" noChangeArrowheads="1" noCrop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00826" y="428604"/>
            <a:ext cx="1428750" cy="129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ru-RU" dirty="0" smtClean="0"/>
              <a:t>Определение системы</a:t>
            </a:r>
            <a:endParaRPr lang="ru-RU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sz="half" idx="1"/>
          </p:nvPr>
        </p:nvGraphicFramePr>
        <p:xfrm>
          <a:off x="1435100" y="1524000"/>
          <a:ext cx="4422784" cy="466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6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72198" y="1214422"/>
            <a:ext cx="2460253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116013" y="622300"/>
          <a:ext cx="7848601" cy="575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1914"/>
                <a:gridCol w="3118911"/>
                <a:gridCol w="2597776"/>
              </a:tblGrid>
              <a:tr h="916824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Система </a:t>
                      </a:r>
                      <a:endParaRPr lang="ru-RU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Элементы системы </a:t>
                      </a:r>
                      <a:endParaRPr lang="ru-RU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effectLst/>
                        </a:rPr>
                        <a:t>Главная цель </a:t>
                      </a:r>
                      <a:r>
                        <a:rPr lang="ru-RU" sz="2000" b="1" dirty="0">
                          <a:effectLst/>
                        </a:rPr>
                        <a:t>системы </a:t>
                      </a:r>
                      <a:endParaRPr lang="ru-RU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</a:tr>
              <a:tr h="841983">
                <a:tc>
                  <a:txBody>
                    <a:bodyPr/>
                    <a:lstStyle/>
                    <a:p>
                      <a:pPr indent="457200" algn="just"/>
                      <a:r>
                        <a:rPr lang="ru-RU" sz="1800">
                          <a:effectLst/>
                        </a:rPr>
                        <a:t>Фирма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</a:rPr>
                        <a:t>Люди, оборудование, материалы, здания и др.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>
                          <a:effectLst/>
                        </a:rPr>
                        <a:t>Производство товаров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</a:tr>
              <a:tr h="1425134">
                <a:tc>
                  <a:txBody>
                    <a:bodyPr/>
                    <a:lstStyle/>
                    <a:p>
                      <a:pPr indent="457200" algn="just"/>
                      <a:r>
                        <a:rPr lang="ru-RU" sz="1800">
                          <a:effectLst/>
                        </a:rPr>
                        <a:t>Компьютер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</a:rPr>
                        <a:t>Электронные и электромеханические элементы, линии связи и др.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>
                          <a:effectLst/>
                        </a:rPr>
                        <a:t>Обработка данных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</a:tr>
              <a:tr h="1287754">
                <a:tc>
                  <a:txBody>
                    <a:bodyPr/>
                    <a:lstStyle/>
                    <a:p>
                      <a:pPr algn="just"/>
                      <a:r>
                        <a:rPr lang="ru-RU" sz="1800">
                          <a:effectLst/>
                        </a:rPr>
                        <a:t>Телекоммуникационная система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</a:rPr>
                        <a:t>Компьютеры, модемы, кабели, сетевое программное обеспечение и др.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</a:rPr>
                        <a:t>Передача информации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</a:tr>
              <a:tr h="1287754">
                <a:tc>
                  <a:txBody>
                    <a:bodyPr/>
                    <a:lstStyle/>
                    <a:p>
                      <a:pPr algn="just"/>
                      <a:r>
                        <a:rPr lang="ru-RU" sz="1800">
                          <a:effectLst/>
                        </a:rPr>
                        <a:t>Информационная      система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</a:rPr>
                        <a:t>Компьютеры, компьютерные сети, люди, информационное и программное обеспечение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</a:rPr>
                        <a:t>Производство профессиональной информации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47" marR="95247" marT="95245" marB="95245" anchor="ctr"/>
                </a:tc>
              </a:tr>
            </a:tbl>
          </a:graphicData>
        </a:graphic>
      </p:graphicFrame>
      <p:sp>
        <p:nvSpPr>
          <p:cNvPr id="11292" name="TextBox 4"/>
          <p:cNvSpPr txBox="1">
            <a:spLocks noChangeArrowheads="1"/>
          </p:cNvSpPr>
          <p:nvPr/>
        </p:nvSpPr>
        <p:spPr bwMode="auto">
          <a:xfrm>
            <a:off x="6300788" y="220663"/>
            <a:ext cx="1857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>
                <a:latin typeface="Corbel" pitchFamily="34" charset="0"/>
              </a:rPr>
              <a:t>Примеры систем</a:t>
            </a:r>
          </a:p>
        </p:txBody>
      </p:sp>
      <p:pic>
        <p:nvPicPr>
          <p:cNvPr id="11293" name="Picture 29" descr="C:\Documents and Settings\Admin\Рабочий стол\анимашки\komputeri-79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4346" y="5429250"/>
            <a:ext cx="1428750" cy="1428750"/>
          </a:xfrm>
          <a:prstGeom prst="rect">
            <a:avLst/>
          </a:prstGeom>
          <a:noFill/>
        </p:spPr>
      </p:pic>
      <p:pic>
        <p:nvPicPr>
          <p:cNvPr id="6146" name="Picture 2" descr="C:\Documents and Settings\Admin\Рабочий стол\анимашки\cat9-16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42852"/>
            <a:ext cx="9358346" cy="30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44444E-6 L 0.52379 -0.0051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00" y="-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i="1" dirty="0" smtClean="0"/>
              <a:t>Информационная система</a:t>
            </a:r>
            <a:r>
              <a:rPr lang="ru-RU" dirty="0" smtClean="0"/>
              <a:t> имеет цель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Информационные системы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Определение</a:t>
            </a:r>
            <a:endParaRPr lang="ru-RU" dirty="0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sz="half" idx="2"/>
          </p:nvPr>
        </p:nvGraphicFramePr>
        <p:xfrm>
          <a:off x="4643438" y="1524000"/>
          <a:ext cx="4290250" cy="466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60512" y="1500174"/>
            <a:ext cx="3011488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Соотношение между информационными технологиями и информационными системами</a:t>
            </a:r>
            <a:endParaRPr lang="ru-RU" sz="2800" dirty="0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Цель ИС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Информационная система</a:t>
            </a:r>
            <a:endParaRPr lang="ru-RU" dirty="0"/>
          </a:p>
        </p:txBody>
      </p:sp>
      <p:graphicFrame>
        <p:nvGraphicFramePr>
          <p:cNvPr id="8" name="Содержимое 7"/>
          <p:cNvGraphicFramePr>
            <a:graphicFrameLocks noGrp="1"/>
          </p:cNvGraphicFramePr>
          <p:nvPr>
            <p:ph sz="half" idx="2"/>
          </p:nvPr>
        </p:nvGraphicFramePr>
        <p:xfrm>
          <a:off x="4214810" y="1524000"/>
          <a:ext cx="4718878" cy="466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71539" y="1500174"/>
            <a:ext cx="307183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6923114" cy="654032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Этапы развития информационных систем</a:t>
            </a:r>
            <a:endParaRPr lang="ru-RU" sz="2400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000108"/>
            <a:ext cx="8072494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 descr="C:\Documents and Settings\Admin\Рабочий стол\анимашки\komputeri-806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10250"/>
            <a:ext cx="1238250" cy="1047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00496" y="274320"/>
            <a:ext cx="4933192" cy="1143000"/>
          </a:xfrm>
        </p:spPr>
        <p:txBody>
          <a:bodyPr>
            <a:normAutofit/>
          </a:bodyPr>
          <a:lstStyle/>
          <a:p>
            <a:pPr algn="ctr"/>
            <a:r>
              <a:rPr lang="ru-RU" sz="2400" b="1" i="1" dirty="0" smtClean="0"/>
              <a:t>Область применения  информационных систем</a:t>
            </a:r>
            <a:endParaRPr lang="ru-RU" sz="2400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sz="half" idx="2"/>
          </p:nvPr>
        </p:nvGraphicFramePr>
        <p:xfrm>
          <a:off x="4000496" y="1524000"/>
          <a:ext cx="4933192" cy="466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285852" y="142852"/>
            <a:ext cx="26193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2844" y="2071678"/>
            <a:ext cx="2786082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42844" y="4857760"/>
            <a:ext cx="18669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214546" y="4071942"/>
            <a:ext cx="1785950" cy="12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000" dirty="0" smtClean="0"/>
              <a:t>Современные информационные системы могут придать предприятиям их использующим ряд новых возможностей и качеств, которые прежде были просто недоступны, в частности информационная система может способствовать:</a:t>
            </a:r>
            <a:endParaRPr lang="ru-RU" sz="20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000" dirty="0" smtClean="0"/>
              <a:t>Современные информационные системы могут придать предприятиям их использующим ряд новых возможностей и качеств, которые прежде были просто недоступны, в частности информационная система может способствовать:</a:t>
            </a:r>
            <a:endParaRPr lang="ru-RU" sz="20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000" dirty="0" smtClean="0"/>
              <a:t>Современные информационные системы могут придать предприятиям их использующим ряд новых возможностей и качеств, которые прежде были просто недоступны, в частности информационная система может способствовать:</a:t>
            </a:r>
            <a:endParaRPr lang="ru-RU" sz="2000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000" dirty="0" smtClean="0"/>
              <a:t>Современные информационные системы могут придать предприятиям их использующим ряд новых возможностей и качеств, которые прежде были просто недоступны, в частности информационная система может способствовать:</a:t>
            </a:r>
            <a:endParaRPr lang="ru-RU" sz="2000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Примеры использования информационных систем</a:t>
            </a:r>
            <a:endParaRPr lang="ru-RU" sz="28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0034" y="1500174"/>
            <a:ext cx="275272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1472" y="3571876"/>
            <a:ext cx="2428892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163</TotalTime>
  <Words>621</Words>
  <Application>Microsoft Office PowerPoint</Application>
  <PresentationFormat>Экран (4:3)</PresentationFormat>
  <Paragraphs>65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Солнцестояние</vt:lpstr>
      <vt:lpstr> Тема: Введение. Основные понятия. Системы, информационные системы.   </vt:lpstr>
      <vt:lpstr>План</vt:lpstr>
      <vt:lpstr>Определение системы</vt:lpstr>
      <vt:lpstr>Презентация PowerPoint</vt:lpstr>
      <vt:lpstr>Информационная система имеет цель</vt:lpstr>
      <vt:lpstr>Информационные системы</vt:lpstr>
      <vt:lpstr>Определение</vt:lpstr>
      <vt:lpstr>Соотношение между информационными технологиями и информационными системами</vt:lpstr>
      <vt:lpstr>Цель ИС</vt:lpstr>
      <vt:lpstr>Информационная система</vt:lpstr>
      <vt:lpstr>Этапы развития информационных систем</vt:lpstr>
      <vt:lpstr>Область применения  информационных систем</vt:lpstr>
      <vt:lpstr>Современные информационные системы могут придать предприятиям их использующим ряд новых возможностей и качеств, которые прежде были просто недоступны, в частности информационная система может способствовать:</vt:lpstr>
      <vt:lpstr>Современные информационные системы могут придать предприятиям их использующим ряд новых возможностей и качеств, которые прежде были просто недоступны, в частности информационная система может способствовать:</vt:lpstr>
      <vt:lpstr>Современные информационные системы могут придать предприятиям их использующим ряд новых возможностей и качеств, которые прежде были просто недоступны, в частности информационная система может способствовать:</vt:lpstr>
      <vt:lpstr>Современные информационные системы могут придать предприятиям их использующим ряд новых возможностей и качеств, которые прежде были просто недоступны, в частности информационная система может способствовать:</vt:lpstr>
      <vt:lpstr>Примеры использования информационных систем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информационных систем</dc:title>
  <dc:creator>Георгий Платонов</dc:creator>
  <cp:lastModifiedBy>win348</cp:lastModifiedBy>
  <cp:revision>30</cp:revision>
  <dcterms:created xsi:type="dcterms:W3CDTF">2011-01-06T12:45:56Z</dcterms:created>
  <dcterms:modified xsi:type="dcterms:W3CDTF">2020-10-19T06:24:12Z</dcterms:modified>
</cp:coreProperties>
</file>