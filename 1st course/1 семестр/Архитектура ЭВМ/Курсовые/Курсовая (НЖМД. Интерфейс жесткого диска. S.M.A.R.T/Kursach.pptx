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80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07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4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498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79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85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76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7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65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19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1378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437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591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062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636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47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33A40AE-04CB-4978-84B0-A35971B64612}" type="datetimeFigureOut">
              <a:rPr lang="ru-RU" smtClean="0"/>
              <a:t>22.12.2021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1DD9B-3840-44E1-A141-655FE4062E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121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8139" y="360485"/>
            <a:ext cx="7813199" cy="1524227"/>
          </a:xfrm>
        </p:spPr>
        <p:txBody>
          <a:bodyPr/>
          <a:lstStyle/>
          <a:p>
            <a:r>
              <a:rPr lang="ru-RU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НЖМД. Интерфейс жесткого диска. Технология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S.M.A.R.T.</a:t>
            </a: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8139" y="2066192"/>
            <a:ext cx="6664568" cy="4237892"/>
          </a:xfrm>
        </p:spPr>
        <p:txBody>
          <a:bodyPr>
            <a:no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- дать основные представления о принципах работы жестких дисков, их интерфейсной части и технологии самодиагностики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а также посмотреть на представление чисел в памяти компьютера путем реализации программы на языке ассемблера. </a:t>
            </a:r>
          </a:p>
          <a:p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lvl="0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Узнать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принципы работы магнитных дисковых накопителей.</a:t>
            </a:r>
          </a:p>
          <a:p>
            <a:pPr lvl="0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понятия об интерфейсной части жестких дисков.</a:t>
            </a:r>
          </a:p>
          <a:p>
            <a:pPr lvl="0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Разобраться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базовом уровне, как работает технология S.M.A.R.T.</a:t>
            </a:r>
          </a:p>
          <a:p>
            <a:pPr lvl="0"/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приобретение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навыков низкоуровневого программирования на языке ассемблера.</a:t>
            </a:r>
          </a:p>
          <a:p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994" y="896815"/>
            <a:ext cx="3727939" cy="372793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707" y="4270144"/>
            <a:ext cx="2576468" cy="234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0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4822704" cy="743036"/>
          </a:xfrm>
        </p:spPr>
        <p:txBody>
          <a:bodyPr/>
          <a:lstStyle/>
          <a:p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 </a:t>
            </a: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73" y="2354580"/>
            <a:ext cx="3933458" cy="33827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606" y="3020345"/>
            <a:ext cx="4324911" cy="20512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670" y="1648351"/>
            <a:ext cx="3794898" cy="408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0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5042511" cy="655113"/>
          </a:xfrm>
        </p:spPr>
        <p:txBody>
          <a:bodyPr/>
          <a:lstStyle/>
          <a:p>
            <a:r>
              <a:rPr lang="ru-RU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накопителя</a:t>
            </a: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21" y="2287180"/>
            <a:ext cx="5006126" cy="2533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948" y="780274"/>
            <a:ext cx="3863843" cy="25758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044962" y="3384453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076" y="3527353"/>
            <a:ext cx="3195725" cy="28031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121503" y="6383215"/>
            <a:ext cx="220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SATA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кабель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4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4963381" cy="628736"/>
          </a:xfrm>
        </p:spPr>
        <p:txBody>
          <a:bodyPr/>
          <a:lstStyle/>
          <a:p>
            <a:r>
              <a:rPr lang="ru-RU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</a:t>
            </a:r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S.M.A.R.T.</a:t>
            </a: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1929825"/>
            <a:ext cx="6435968" cy="44006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S.M.A.R.T.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наличия поддержки накопителем технологии S.M.A.R.T.;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Посылка команды запроса S.M.A.R.T.-таблиц;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таблиц в буфер приложения;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Расшифровка табличных структур, извлечение номера атрибута и его числового значения;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Сопоставление стандартизированных номеров атрибутов их названиям (иногда — в зависимости от типа, модели или производителя, как, например, в программе 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Victoria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числовых значений в удобном для восприятия виде (например, конвертация шестнадцатеричных значений в десятичные);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из таблиц флагов атрибутов (признаков, характеризующих назначение атрибута в данном накопителе, например, «жизненно важный» или «счётчик»);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общего состояния устройства на основании всех таблиц, значений и флагов.</a:t>
            </a:r>
          </a:p>
          <a:p>
            <a:pPr marL="0" indent="0">
              <a:buNone/>
            </a:pP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20" y="1929825"/>
            <a:ext cx="4259140" cy="36688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90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5693143" cy="681490"/>
          </a:xfrm>
        </p:spPr>
        <p:txBody>
          <a:bodyPr/>
          <a:lstStyle/>
          <a:p>
            <a:r>
              <a:rPr lang="ru-RU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на ассемблере</a:t>
            </a: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254" y="1858291"/>
            <a:ext cx="4590896" cy="100800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254" y="4410073"/>
            <a:ext cx="4538809" cy="101661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23" y="1858291"/>
            <a:ext cx="4560459" cy="10613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23" y="4410073"/>
            <a:ext cx="4494312" cy="101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5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150</Words>
  <Application>Microsoft Office PowerPoint</Application>
  <PresentationFormat>Широкоэкранный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Ион</vt:lpstr>
      <vt:lpstr>НЖМД. Интерфейс жесткого диска. Технология S.M.A.R.T.</vt:lpstr>
      <vt:lpstr>Принцип работы </vt:lpstr>
      <vt:lpstr>Интерфейс накопителя</vt:lpstr>
      <vt:lpstr>Технология S.M.A.R.T.</vt:lpstr>
      <vt:lpstr>Программа на ассемблере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НЖМД. Интерфейс жесткого диска. Технология S.M.A.R.T.</dc:title>
  <dc:creator>alexa</dc:creator>
  <cp:lastModifiedBy>alexa</cp:lastModifiedBy>
  <cp:revision>6</cp:revision>
  <dcterms:created xsi:type="dcterms:W3CDTF">2021-12-22T04:45:01Z</dcterms:created>
  <dcterms:modified xsi:type="dcterms:W3CDTF">2021-12-22T05:52:03Z</dcterms:modified>
</cp:coreProperties>
</file>